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717" r:id="rId3"/>
  </p:sldMasterIdLst>
  <p:notesMasterIdLst>
    <p:notesMasterId r:id="rId9"/>
  </p:notesMasterIdLst>
  <p:sldIdLst>
    <p:sldId id="2147481453" r:id="rId4"/>
    <p:sldId id="2147481452" r:id="rId5"/>
    <p:sldId id="2147481455" r:id="rId6"/>
    <p:sldId id="2147481454" r:id="rId7"/>
    <p:sldId id="214748140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248" autoAdjust="0"/>
  </p:normalViewPr>
  <p:slideViewPr>
    <p:cSldViewPr snapToGrid="0">
      <p:cViewPr varScale="1">
        <p:scale>
          <a:sx n="88" d="100"/>
          <a:sy n="88" d="100"/>
        </p:scale>
        <p:origin x="63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44917-CC29-4D1C-9C49-5F215BA34255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C75C40-C1C5-4819-BDE8-ABFD98D95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43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75C40-C1C5-4819-BDE8-ABFD98D955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94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EE8B3-07B6-8199-9BEA-9EEEBAE88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56029-A1C7-1B38-F326-C6DB90323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272860-6C9D-0F51-CF98-99ABE5573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77FAC-404B-7327-54D3-73AF3D293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615909-203C-417D-B74B-E978B64382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oyota Type Book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oyota Type Book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737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75C40-C1C5-4819-BDE8-ABFD98D955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48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06BEF-3F62-4E8C-BAAE-0CDCEE538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18EC0E-8373-CF01-E53B-27626BC6E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2B7A8-7895-D931-55E4-26B3D3A66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dirty="0"/>
              <a:t>เขียว เขียวกระพริบ แดง</a:t>
            </a:r>
          </a:p>
          <a:p>
            <a:r>
              <a:rPr lang="th-TH" dirty="0"/>
              <a:t>แดง เขียว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933F9-1380-52CA-FD72-73F870760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615909-203C-417D-B74B-E978B64382A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oyota Type Book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oyota Type Book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6956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C75C40-C1C5-4819-BDE8-ABFD98D9558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35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sv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png"/><Relationship Id="rId4" Type="http://schemas.openxmlformats.org/officeDocument/2006/relationships/image" Target="../media/image9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5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5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9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5" Type="http://schemas.openxmlformats.org/officeDocument/2006/relationships/image" Target="../media/image13.png"/><Relationship Id="rId4" Type="http://schemas.openxmlformats.org/officeDocument/2006/relationships/image" Target="../media/image2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7.png"/><Relationship Id="rId7" Type="http://schemas.openxmlformats.org/officeDocument/2006/relationships/image" Target="../media/image1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3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36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13.png"/><Relationship Id="rId4" Type="http://schemas.openxmlformats.org/officeDocument/2006/relationships/image" Target="../media/image38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svg"/><Relationship Id="rId5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4.png"/><Relationship Id="rId4" Type="http://schemas.openxmlformats.org/officeDocument/2006/relationships/image" Target="../media/image13.png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png"/><Relationship Id="rId4" Type="http://schemas.openxmlformats.org/officeDocument/2006/relationships/image" Target="../media/image47.png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1.emf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55.emf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48.emf"/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A7D30-EFA1-E26F-A250-23CF7A00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FCA78-C6D1-2C95-6C8D-451679781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B509E-83F8-4814-28D2-99B68FCAA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8DFB-F7DE-44EE-9A19-13101AD8184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8074D-47C7-3CE7-BC54-2D52F9A3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70C29-0FB9-5917-D6EA-D69E685C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BEC8-D97B-4F8F-A65B-2F3B3C934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CE593-34A9-96B8-EF4B-A02E83146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EAA88-1431-298E-4B57-DC4495808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B8E38-C2A7-5543-0272-9B8F642E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8DFB-F7DE-44EE-9A19-13101AD8184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91DCB-1F79-514E-41AC-71DF8461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6B72C-BCFA-6199-C7FE-45DB420C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BEC8-D97B-4F8F-A65B-2F3B3C934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07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228D4-90B7-0A36-3DD5-15EFD0EB0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0253F-3F22-8E37-E38F-F721DA6FA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F83C4-328C-73B6-17E2-ABED471F2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8DFB-F7DE-44EE-9A19-13101AD8184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12449-9F0B-7109-5A4A-EC15A881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C80AD-14AD-A1F9-B02F-9358A8166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BEC8-D97B-4F8F-A65B-2F3B3C934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84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4860E-D2E9-A841-70A7-C51C9B0B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9ED82-5C48-A385-69C7-4BA42FB70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0174B-414F-CF1E-B741-32F087473E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4D501-4CF2-4BD9-5254-1C0601637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8DFB-F7DE-44EE-9A19-13101AD8184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CC91C-AEFF-6A1D-9190-C844A997C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7AEBE-E738-B6E5-E554-A500AC373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BEC8-D97B-4F8F-A65B-2F3B3C934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06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2A7B1-667A-254F-81D0-68AFF5E0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3E4DE-04A9-9143-0395-2F002E935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41624-715C-27E4-B09D-F44C468ED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96912E-D26B-B5A5-86D5-2109C12AF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1B72F-C677-7796-1D81-451B00922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8140C4-B3DB-F2AF-688A-795B53B71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8DFB-F7DE-44EE-9A19-13101AD8184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C3C425-6743-38C8-168A-AC3A51AAA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87415-974C-BD87-A49A-E2D4AE544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BEC8-D97B-4F8F-A65B-2F3B3C934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4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5D30-64ED-1811-CDB6-8467D8172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684566-4C0A-E048-E9B6-EB77E959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8DFB-F7DE-44EE-9A19-13101AD8184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D7A74-8F6F-D775-2859-E2B8532E3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CA27B-07C7-BACC-996F-A3D20A41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BEC8-D97B-4F8F-A65B-2F3B3C934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0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2F7365-D5DD-58AA-10A8-BA1A877D3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8DFB-F7DE-44EE-9A19-13101AD8184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8D6460-4025-0E3C-D249-AC897154E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2B9C6-9B17-9C0F-37C5-0E2D65FD6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BEC8-D97B-4F8F-A65B-2F3B3C934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09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8C12A-F185-B721-5E29-DDD4FD634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C5B80-9003-11CD-DD89-2AAE51087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90C29-9CC3-033C-B2C3-AA71C7FCF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B8AD7-D125-32C9-E942-C234A7E80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8DFB-F7DE-44EE-9A19-13101AD8184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50C0F-9F40-0A1D-BF16-97FDC902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714CC-1954-B4E2-1CFB-21F3EB9FC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BEC8-D97B-4F8F-A65B-2F3B3C934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60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0A6A-7A7D-C09F-7E1C-7B2FFBC7E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0A4EFD-B849-4C4A-16A1-97EE2AA7F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8F72A-F31C-1641-7198-2C81EE9EE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2B4A2-3A64-D7A6-DF2F-0CA733CC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8DFB-F7DE-44EE-9A19-13101AD8184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6DC40-5C4F-2A77-A316-71CEF35B4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99A33-E8B6-7574-9D1F-6FBE67C16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BEC8-D97B-4F8F-A65B-2F3B3C934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AAEF-3DB9-896B-D7FA-0DABEB5FB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35B42C-DA38-D5B4-8C0B-05BADDFE3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FF512-37D8-B78E-E7B2-2D1122260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8DFB-F7DE-44EE-9A19-13101AD8184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19A4C-870F-2D8F-4B6D-E8BCE8936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E0BE6-381B-EF57-1A5D-8E79D7F15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BEC8-D97B-4F8F-A65B-2F3B3C934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90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94C1A2-A4D8-DCCE-525F-B762EA068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4C526-8E81-D400-4E62-1345F7284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1E7C6-FD9A-54A2-D348-A52F375B3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38DFB-F7DE-44EE-9A19-13101AD8184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74331-DCC0-626B-0F87-CC68E352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AEB46-0453-C79C-2002-DCD91DA52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7BEC8-D97B-4F8F-A65B-2F3B3C934E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73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0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9B2491-5E2E-4947-8A80-8CCDA7B1D5CB}"/>
              </a:ext>
            </a:extLst>
          </p:cNvPr>
          <p:cNvSpPr/>
          <p:nvPr userDrawn="1"/>
        </p:nvSpPr>
        <p:spPr>
          <a:xfrm>
            <a:off x="0" y="296863"/>
            <a:ext cx="7144815" cy="6561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E904090-B1F8-4D61-896B-429CC717BA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269" y="489611"/>
            <a:ext cx="5790157" cy="1622200"/>
          </a:xfrm>
        </p:spPr>
        <p:txBody>
          <a:bodyPr anchor="t" anchorCtr="0">
            <a:noAutofit/>
          </a:bodyPr>
          <a:lstStyle>
            <a:lvl1pPr algn="l">
              <a:defRPr sz="4800" b="0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PowerPoint heading here</a:t>
            </a:r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7E843A4-4D82-4FBD-B30F-D0A6507422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315" y="2183554"/>
            <a:ext cx="5772685" cy="1419067"/>
          </a:xfrm>
        </p:spPr>
        <p:txBody>
          <a:bodyPr>
            <a:noAutofit/>
          </a:bodyPr>
          <a:lstStyle>
            <a:lvl1pPr marL="0" indent="0" algn="l">
              <a:buNone/>
              <a:defRPr sz="2600" b="0" i="0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Subheading goes here over one line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786D906-AFE0-41F9-B246-83A12D18BB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286261"/>
            <a:ext cx="2102935" cy="3160841"/>
          </a:xfrm>
        </p:spPr>
        <p:txBody>
          <a:bodyPr>
            <a:noAutofit/>
          </a:bodyPr>
          <a:lstStyle>
            <a:lvl1pPr marL="0" indent="0" algn="l">
              <a:buNone/>
              <a:defRPr sz="1300" b="0" i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Name of Person Presenting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46368" y="297597"/>
            <a:ext cx="1238539" cy="22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842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2" y="176906"/>
            <a:ext cx="8019248" cy="558032"/>
          </a:xfr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4587E-FF95-2D4A-AAB3-B77E4E6B28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CB1F52-0BA4-FB4B-91D8-2C9DC4CAF1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A7094D-8FE7-F043-A218-5475633E02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82003" y="313957"/>
            <a:ext cx="783903" cy="13967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0460AE-1CC3-4D62-8328-57F5C0CC55CE}"/>
              </a:ext>
            </a:extLst>
          </p:cNvPr>
          <p:cNvCxnSpPr>
            <a:cxnSpLocks/>
          </p:cNvCxnSpPr>
          <p:nvPr userDrawn="1"/>
        </p:nvCxnSpPr>
        <p:spPr>
          <a:xfrm>
            <a:off x="312902" y="786214"/>
            <a:ext cx="11585037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6BE171F-D17F-0560-6AF8-14541615AF55}"/>
              </a:ext>
            </a:extLst>
          </p:cNvPr>
          <p:cNvSpPr txBox="1"/>
          <p:nvPr userDrawn="1"/>
        </p:nvSpPr>
        <p:spPr>
          <a:xfrm>
            <a:off x="312902" y="948583"/>
            <a:ext cx="11585037" cy="5469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3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rectangle in a black background&#10;&#10;AI-generated content may be incorrect.">
            <a:extLst>
              <a:ext uri="{FF2B5EF4-FFF2-40B4-BE49-F238E27FC236}">
                <a16:creationId xmlns:a16="http://schemas.microsoft.com/office/drawing/2014/main" id="{2885CDCA-F493-1394-5B20-FF66CA615C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8027" y="3669806"/>
            <a:ext cx="7042128" cy="3188194"/>
          </a:xfrm>
          <a:prstGeom prst="rect">
            <a:avLst/>
          </a:prstGeom>
        </p:spPr>
      </p:pic>
      <p:pic>
        <p:nvPicPr>
          <p:cNvPr id="12" name="Picture 11" descr="A black and white light&#10;&#10;AI-generated content may be incorrect.">
            <a:extLst>
              <a:ext uri="{FF2B5EF4-FFF2-40B4-BE49-F238E27FC236}">
                <a16:creationId xmlns:a16="http://schemas.microsoft.com/office/drawing/2014/main" id="{7D28DC87-6848-52A9-6ABF-76FD72DC42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10109" y="5302767"/>
            <a:ext cx="6560371" cy="1555234"/>
          </a:xfrm>
          <a:prstGeom prst="rect">
            <a:avLst/>
          </a:prstGeom>
        </p:spPr>
      </p:pic>
      <p:pic>
        <p:nvPicPr>
          <p:cNvPr id="8" name="Picture 7" descr="A red rectangle in a black background&#10;&#10;AI-generated content may be incorrect.">
            <a:extLst>
              <a:ext uri="{FF2B5EF4-FFF2-40B4-BE49-F238E27FC236}">
                <a16:creationId xmlns:a16="http://schemas.microsoft.com/office/drawing/2014/main" id="{C452CE26-2F47-6F62-08B8-B1375E21AD5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4530108"/>
            <a:ext cx="2415936" cy="23278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612" y="922704"/>
            <a:ext cx="6741934" cy="1555233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F1B1B-4CBE-29C9-2336-FE1020CC7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367" y="2683565"/>
            <a:ext cx="6750123" cy="1465876"/>
          </a:xfrm>
        </p:spPr>
        <p:txBody>
          <a:bodyPr anchor="t" anchorCtr="0"/>
          <a:lstStyle>
            <a:lvl1pPr marL="0" indent="0" algn="l"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6A9109E-253D-D75C-FEB8-C6BF4B5518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69084" y="1001606"/>
            <a:ext cx="3063875" cy="3147836"/>
          </a:xfrm>
        </p:spPr>
        <p:txBody>
          <a:bodyPr/>
          <a:lstStyle>
            <a:lvl1pPr>
              <a:defRPr sz="1200" cap="none" baseline="0">
                <a:solidFill>
                  <a:schemeClr val="bg1"/>
                </a:solidFill>
              </a:defRPr>
            </a:lvl1pPr>
            <a:lvl2pPr marL="177800" indent="-173038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2pPr>
            <a:lvl3pPr marL="355600" indent="-173038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3pPr>
            <a:lvl4pPr marL="533400" indent="-177800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4pPr>
            <a:lvl5pPr marL="711200" indent="-177800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56A1BE-B29E-0E9A-4E76-4954EFAC4D2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038225" cy="1981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00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•• PROTECTED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94A9A23-338B-8607-154A-AFB2CAB8EB05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21574" y="317500"/>
            <a:ext cx="1248164" cy="21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07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028 0.46366 L -4.16667E-6 4.8148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21" y="-2324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818 0.33936 L 1.45833E-6 -4.07407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09" y="-1696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865 0.22778 L 3.75E-6 -4.03323E-17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93" y="-1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0A5C164-D6A0-9182-503D-50D94D0FB9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509017"/>
            <a:ext cx="11245656" cy="5348983"/>
          </a:xfrm>
          <a:prstGeom prst="rect">
            <a:avLst/>
          </a:prstGeom>
        </p:spPr>
      </p:pic>
      <p:pic>
        <p:nvPicPr>
          <p:cNvPr id="19" name="Picture 18" descr="A black and white light&#10;&#10;AI-generated content may be incorrect.">
            <a:extLst>
              <a:ext uri="{FF2B5EF4-FFF2-40B4-BE49-F238E27FC236}">
                <a16:creationId xmlns:a16="http://schemas.microsoft.com/office/drawing/2014/main" id="{1F498F9C-DF6D-CFF7-B5FA-12F5860F07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5815895"/>
            <a:ext cx="3334867" cy="10421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61F7C93-7A71-995E-8110-17981589D0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11801" y="4578419"/>
            <a:ext cx="6857937" cy="2279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612" y="681799"/>
            <a:ext cx="7624940" cy="151782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F1B1B-4CBE-29C9-2336-FE1020CC7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416" y="2318363"/>
            <a:ext cx="7621136" cy="1012659"/>
          </a:xfrm>
        </p:spPr>
        <p:txBody>
          <a:bodyPr anchor="t" anchorCtr="0"/>
          <a:lstStyle>
            <a:lvl1pPr marL="0" indent="0" algn="l"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6A9109E-253D-D75C-FEB8-C6BF4B5518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4463" y="3449758"/>
            <a:ext cx="3063875" cy="3289793"/>
          </a:xfrm>
        </p:spPr>
        <p:txBody>
          <a:bodyPr/>
          <a:lstStyle>
            <a:lvl1pPr>
              <a:defRPr sz="1200" cap="none" baseline="0">
                <a:solidFill>
                  <a:schemeClr val="bg1"/>
                </a:solidFill>
              </a:defRPr>
            </a:lvl1pPr>
            <a:lvl2pPr marL="177800" indent="-173038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2pPr>
            <a:lvl3pPr marL="355600" indent="-177800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3pPr>
            <a:lvl4pPr marL="533400" indent="-177800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4pPr>
            <a:lvl5pPr marL="711200" indent="-177800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59EC3-D805-2453-291D-35898AF884A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038225" cy="1981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00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•• PROTECTED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FC9E1D5-60FE-B55B-3618-D023B4D6DAB4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21574" y="317500"/>
            <a:ext cx="1248164" cy="21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22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4453 0.78264 L 1.875E-6 -2.22222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7" y="-3914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399 0.15162 L 1.875E-6 -2.59259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80" y="-759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607 0.33287 L 2.29167E-6 7.40741E-7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97" y="-1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4A452C2-82C3-2457-DE16-C57C476E4610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21574" y="317500"/>
            <a:ext cx="1248164" cy="216348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84F1B1B-4CBE-29C9-2336-FE1020CC7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367" y="2683565"/>
            <a:ext cx="6750123" cy="1465876"/>
          </a:xfrm>
        </p:spPr>
        <p:txBody>
          <a:bodyPr anchor="t" anchorCtr="0"/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612" y="922704"/>
            <a:ext cx="6741934" cy="1555233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48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6A9109E-253D-D75C-FEB8-C6BF4B5518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69084" y="1001606"/>
            <a:ext cx="3063875" cy="3147836"/>
          </a:xfrm>
        </p:spPr>
        <p:txBody>
          <a:bodyPr/>
          <a:lstStyle>
            <a:lvl1pPr>
              <a:defRPr sz="1200" cap="none" baseline="0">
                <a:solidFill>
                  <a:schemeClr val="accent2"/>
                </a:solidFill>
              </a:defRPr>
            </a:lvl1pPr>
            <a:lvl2pPr marL="177800" indent="-173038">
              <a:buClr>
                <a:schemeClr val="bg1"/>
              </a:buClr>
              <a:tabLst/>
              <a:defRPr sz="1200">
                <a:solidFill>
                  <a:schemeClr val="accent2"/>
                </a:solidFill>
              </a:defRPr>
            </a:lvl2pPr>
            <a:lvl3pPr marL="355600" indent="-173038">
              <a:buClr>
                <a:schemeClr val="bg1"/>
              </a:buClr>
              <a:tabLst/>
              <a:defRPr sz="1200">
                <a:solidFill>
                  <a:schemeClr val="accent2"/>
                </a:solidFill>
              </a:defRPr>
            </a:lvl3pPr>
            <a:lvl4pPr marL="533400" indent="-177800">
              <a:buClr>
                <a:schemeClr val="bg1"/>
              </a:buClr>
              <a:tabLst/>
              <a:defRPr sz="1200">
                <a:solidFill>
                  <a:schemeClr val="accent2"/>
                </a:solidFill>
              </a:defRPr>
            </a:lvl4pPr>
            <a:lvl5pPr marL="711200" indent="-177800">
              <a:buClr>
                <a:schemeClr val="bg1"/>
              </a:buClr>
              <a:tabLst/>
              <a:defRPr sz="12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20" name="Picture 19" descr="A red rectangle in a black background&#10;&#10;AI-generated content may be incorrect.">
            <a:extLst>
              <a:ext uri="{FF2B5EF4-FFF2-40B4-BE49-F238E27FC236}">
                <a16:creationId xmlns:a16="http://schemas.microsoft.com/office/drawing/2014/main" id="{D0947F93-F9F9-5A1C-80DD-D5CA67F77B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08027" y="3669806"/>
            <a:ext cx="7042128" cy="31881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CA739DD-1800-2B84-E013-78EB24FF696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310109" y="5302835"/>
            <a:ext cx="6560371" cy="1555166"/>
          </a:xfrm>
          <a:prstGeom prst="rect">
            <a:avLst/>
          </a:prstGeom>
        </p:spPr>
      </p:pic>
      <p:pic>
        <p:nvPicPr>
          <p:cNvPr id="22" name="Picture 21" descr="A red rectangle in a black background&#10;&#10;AI-generated content may be incorrect.">
            <a:extLst>
              <a:ext uri="{FF2B5EF4-FFF2-40B4-BE49-F238E27FC236}">
                <a16:creationId xmlns:a16="http://schemas.microsoft.com/office/drawing/2014/main" id="{3795FC62-A585-57A9-A36D-31A5B9C5E76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4530108"/>
            <a:ext cx="2415936" cy="232789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5410CC6-DCD2-E40B-3362-7D9863AEE6C1}"/>
              </a:ext>
            </a:extLst>
          </p:cNvPr>
          <p:cNvSpPr txBox="1"/>
          <p:nvPr userDrawn="1"/>
        </p:nvSpPr>
        <p:spPr>
          <a:xfrm>
            <a:off x="13440229" y="316411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91005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028 0.46366 L -4.16667E-6 4.8148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21" y="-2324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818 0.33936 L 1.45833E-6 -4.07407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09" y="-1696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865 0.22778 L 2.70833E-6 -4.07407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32" y="-1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red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303FFC41-D2D0-0A6A-889F-441A36EA9F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509017"/>
            <a:ext cx="11245656" cy="534898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A2E41FB-0C1E-E679-65A9-AD675A1C1B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9619" y="5815895"/>
            <a:ext cx="3354464" cy="104210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7025342-ADC5-62FD-F23A-D611BF86DC0F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21574" y="317500"/>
            <a:ext cx="1248164" cy="2163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612" y="681799"/>
            <a:ext cx="7624940" cy="151782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F1B1B-4CBE-29C9-2336-FE1020CC7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416" y="2318363"/>
            <a:ext cx="7621136" cy="1012659"/>
          </a:xfrm>
        </p:spPr>
        <p:txBody>
          <a:bodyPr anchor="t" anchorCtr="0"/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6A9109E-253D-D75C-FEB8-C6BF4B5518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4463" y="3449758"/>
            <a:ext cx="3063875" cy="3289793"/>
          </a:xfrm>
        </p:spPr>
        <p:txBody>
          <a:bodyPr/>
          <a:lstStyle>
            <a:lvl1pPr>
              <a:defRPr sz="1200" cap="none" baseline="0">
                <a:solidFill>
                  <a:schemeClr val="accent2"/>
                </a:solidFill>
              </a:defRPr>
            </a:lvl1pPr>
            <a:lvl2pPr marL="177800" indent="-173038">
              <a:buClr>
                <a:schemeClr val="bg1"/>
              </a:buClr>
              <a:tabLst/>
              <a:defRPr sz="1200">
                <a:solidFill>
                  <a:schemeClr val="accent2"/>
                </a:solidFill>
              </a:defRPr>
            </a:lvl2pPr>
            <a:lvl3pPr marL="355600" indent="-177800">
              <a:buClr>
                <a:schemeClr val="bg1"/>
              </a:buClr>
              <a:tabLst/>
              <a:defRPr sz="1200">
                <a:solidFill>
                  <a:schemeClr val="accent2"/>
                </a:solidFill>
              </a:defRPr>
            </a:lvl3pPr>
            <a:lvl4pPr marL="533400" indent="-177800">
              <a:buClr>
                <a:schemeClr val="bg1"/>
              </a:buClr>
              <a:tabLst/>
              <a:defRPr sz="1200">
                <a:solidFill>
                  <a:schemeClr val="accent2"/>
                </a:solidFill>
              </a:defRPr>
            </a:lvl4pPr>
            <a:lvl5pPr marL="711200" indent="-177800">
              <a:buClr>
                <a:schemeClr val="bg1"/>
              </a:buClr>
              <a:tabLst/>
              <a:defRPr sz="12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A3958C-98B5-CA4D-F0E9-2213AA4391F4}"/>
              </a:ext>
            </a:extLst>
          </p:cNvPr>
          <p:cNvSpPr txBox="1"/>
          <p:nvPr userDrawn="1"/>
        </p:nvSpPr>
        <p:spPr>
          <a:xfrm>
            <a:off x="13237029" y="133894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A8949F0-25F0-BF1C-51FA-B39C661AD1B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11801" y="4578419"/>
            <a:ext cx="6857937" cy="227958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98C5E27-4300-7081-09F5-ED2D2066A27C}"/>
              </a:ext>
            </a:extLst>
          </p:cNvPr>
          <p:cNvSpPr txBox="1"/>
          <p:nvPr userDrawn="1"/>
        </p:nvSpPr>
        <p:spPr>
          <a:xfrm>
            <a:off x="12651129" y="340295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58850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4453 0.78264 L 1.875E-6 -2.22222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7" y="-3914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399 0.15162 L 2.5E-6 -4.07407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93" y="-759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607 0.33287 L 2.29167E-6 3.7037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297" y="-166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EE624D-F16A-19D1-76EC-8F9C05F71DA6}"/>
              </a:ext>
            </a:extLst>
          </p:cNvPr>
          <p:cNvSpPr/>
          <p:nvPr userDrawn="1"/>
        </p:nvSpPr>
        <p:spPr>
          <a:xfrm>
            <a:off x="-1" y="608012"/>
            <a:ext cx="11580395" cy="62499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11" y="851968"/>
            <a:ext cx="11038683" cy="8505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E7A92EC-C103-E1A9-047E-B8DE87C118DC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76299" y="317500"/>
            <a:ext cx="696059" cy="12065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97A266-833C-ABFA-8FD4-001D59E195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/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0503B8D-3084-D08D-73C7-3937325B2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80421" y="1708150"/>
            <a:ext cx="5559341" cy="456565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tabLst>
                <a:tab pos="706438" algn="l"/>
              </a:tabLst>
              <a:defRPr sz="2500" cap="none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2500">
                <a:solidFill>
                  <a:schemeClr val="bg1"/>
                </a:solidFill>
              </a:defRPr>
            </a:lvl2pPr>
            <a:lvl3pPr marL="355600" indent="-355600">
              <a:spcBef>
                <a:spcPts val="0"/>
              </a:spcBef>
              <a:buClr>
                <a:schemeClr val="bg1"/>
              </a:buClr>
              <a:tabLst/>
              <a:defRPr sz="2500">
                <a:solidFill>
                  <a:schemeClr val="bg1"/>
                </a:solidFill>
              </a:defRPr>
            </a:lvl3pPr>
            <a:lvl4pPr marL="711200" indent="-355600">
              <a:spcBef>
                <a:spcPts val="0"/>
              </a:spcBef>
              <a:buClr>
                <a:schemeClr val="bg1"/>
              </a:buClr>
              <a:tabLst/>
              <a:defRPr sz="2500">
                <a:solidFill>
                  <a:schemeClr val="bg1"/>
                </a:solidFill>
              </a:defRPr>
            </a:lvl4pPr>
            <a:lvl5pPr marL="1066800" indent="-355600">
              <a:spcBef>
                <a:spcPts val="0"/>
              </a:spcBef>
              <a:buClr>
                <a:schemeClr val="bg1"/>
              </a:buClr>
              <a:tabLst/>
              <a:defRPr sz="25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470238E2-DCBF-0175-FBE1-7ECF56B679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1609" y="1708150"/>
            <a:ext cx="5204480" cy="4565650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tabLst>
                <a:tab pos="706438" algn="l"/>
              </a:tabLst>
              <a:defRPr sz="2500" cap="none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sz="2500">
                <a:solidFill>
                  <a:schemeClr val="bg1"/>
                </a:solidFill>
              </a:defRPr>
            </a:lvl2pPr>
            <a:lvl3pPr marL="355600" indent="-355600">
              <a:spcBef>
                <a:spcPts val="0"/>
              </a:spcBef>
              <a:buClr>
                <a:schemeClr val="bg1"/>
              </a:buClr>
              <a:tabLst/>
              <a:defRPr sz="2500">
                <a:solidFill>
                  <a:schemeClr val="bg1"/>
                </a:solidFill>
              </a:defRPr>
            </a:lvl3pPr>
            <a:lvl4pPr marL="711200" indent="-355600">
              <a:spcBef>
                <a:spcPts val="0"/>
              </a:spcBef>
              <a:buClr>
                <a:schemeClr val="bg1"/>
              </a:buClr>
              <a:tabLst/>
              <a:defRPr sz="2500">
                <a:solidFill>
                  <a:schemeClr val="bg1"/>
                </a:solidFill>
              </a:defRPr>
            </a:lvl4pPr>
            <a:lvl5pPr marL="1066800" indent="-355600">
              <a:spcBef>
                <a:spcPts val="0"/>
              </a:spcBef>
              <a:buClr>
                <a:schemeClr val="bg1"/>
              </a:buClr>
              <a:tabLst/>
              <a:defRPr sz="25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F4CBC44C-B6A3-D8E6-5C09-73179330B8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2615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EE624D-F16A-19D1-76EC-8F9C05F71DA6}"/>
              </a:ext>
            </a:extLst>
          </p:cNvPr>
          <p:cNvSpPr/>
          <p:nvPr userDrawn="1"/>
        </p:nvSpPr>
        <p:spPr>
          <a:xfrm>
            <a:off x="-1" y="608012"/>
            <a:ext cx="11580395" cy="62499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11" y="851968"/>
            <a:ext cx="11038683" cy="8505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F1B1B-4CBE-29C9-2336-FE1020CC7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16" y="1711645"/>
            <a:ext cx="4826584" cy="4538759"/>
          </a:xfrm>
        </p:spPr>
        <p:txBody>
          <a:bodyPr anchor="t" anchorCtr="0"/>
          <a:lstStyle>
            <a:lvl1pPr marL="712788" indent="-712788" algn="l">
              <a:spcBef>
                <a:spcPts val="0"/>
              </a:spcBef>
              <a:spcAft>
                <a:spcPts val="2400"/>
              </a:spcAft>
              <a:buNone/>
              <a:tabLst>
                <a:tab pos="706438" algn="l"/>
              </a:tabLst>
              <a:defRPr sz="24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E7A92EC-C103-E1A9-047E-B8DE87C118DC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76299" y="317500"/>
            <a:ext cx="696059" cy="12065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3A955B-BAE8-6873-3E90-BEB447AA45B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97A266-833C-ABFA-8FD4-001D59E195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/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0503B8D-3084-D08D-73C7-3937325B2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80421" y="1708150"/>
            <a:ext cx="5559341" cy="4565650"/>
          </a:xfrm>
        </p:spPr>
        <p:txBody>
          <a:bodyPr/>
          <a:lstStyle>
            <a:lvl1pPr marL="712788" indent="-712788">
              <a:spcBef>
                <a:spcPts val="0"/>
              </a:spcBef>
              <a:spcAft>
                <a:spcPts val="2400"/>
              </a:spcAft>
              <a:tabLst>
                <a:tab pos="706438" algn="l"/>
              </a:tabLst>
              <a:defRPr sz="2500" cap="none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250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defRPr sz="2500">
                <a:solidFill>
                  <a:schemeClr val="bg1"/>
                </a:solidFill>
              </a:defRPr>
            </a:lvl3pPr>
            <a:lvl4pPr>
              <a:spcBef>
                <a:spcPts val="0"/>
              </a:spcBef>
              <a:defRPr sz="2500">
                <a:solidFill>
                  <a:schemeClr val="bg1"/>
                </a:solidFill>
              </a:defRPr>
            </a:lvl4pPr>
            <a:lvl5pPr>
              <a:spcBef>
                <a:spcPts val="0"/>
              </a:spcBef>
              <a:defRPr sz="25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4" name="Picture 3" descr="A red and black corner&#10;&#10;AI-generated content may be incorrect.">
            <a:extLst>
              <a:ext uri="{FF2B5EF4-FFF2-40B4-BE49-F238E27FC236}">
                <a16:creationId xmlns:a16="http://schemas.microsoft.com/office/drawing/2014/main" id="{6032FC91-FB80-010A-6378-4BD6A2BD0A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025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12" y="1214166"/>
            <a:ext cx="2768536" cy="8505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E7A92EC-C103-E1A9-047E-B8DE87C118DC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76299" y="317500"/>
            <a:ext cx="696059" cy="12065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97A266-833C-ABFA-8FD4-001D59E195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97C76638-2A75-AAC0-B684-20C792A8ABD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3241674" y="1304925"/>
            <a:ext cx="8628063" cy="5249863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34A50C3B-3864-E4F1-3FA1-E13B7642A4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3059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2837AB-5106-5719-8493-1B77AA1BD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214167"/>
            <a:ext cx="10380862" cy="56438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D4C60F-BBAC-F939-F332-44662516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28615" y="3929857"/>
            <a:ext cx="8106545" cy="29281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12" y="1044347"/>
            <a:ext cx="2768536" cy="8505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E7A92EC-C103-E1A9-047E-B8DE87C118DC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6299" y="317500"/>
            <a:ext cx="696059" cy="12065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97A266-833C-ABFA-8FD4-001D59E195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F72F7-6333-8B02-C419-41F12BC7766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038225" cy="1981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00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•• PROTECTED</a:t>
            </a:r>
          </a:p>
        </p:txBody>
      </p:sp>
      <p:sp>
        <p:nvSpPr>
          <p:cNvPr id="4" name="Table Placeholder 7">
            <a:extLst>
              <a:ext uri="{FF2B5EF4-FFF2-40B4-BE49-F238E27FC236}">
                <a16:creationId xmlns:a16="http://schemas.microsoft.com/office/drawing/2014/main" id="{9AA1914D-6FEC-A0E5-6EFB-83A2D3BDC45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3241675" y="1044347"/>
            <a:ext cx="4240213" cy="5249863"/>
          </a:xfrm>
          <a:noFill/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87E80C-23E4-D89C-C692-14BB1F89446B}"/>
              </a:ext>
            </a:extLst>
          </p:cNvPr>
          <p:cNvSpPr txBox="1"/>
          <p:nvPr userDrawn="1"/>
        </p:nvSpPr>
        <p:spPr>
          <a:xfrm>
            <a:off x="13206334" y="577121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/>
          </a:p>
        </p:txBody>
      </p:sp>
      <p:pic>
        <p:nvPicPr>
          <p:cNvPr id="16" name="Picture 15" descr="A red and black corner&#10;&#10;AI-generated content may be incorrect.">
            <a:extLst>
              <a:ext uri="{FF2B5EF4-FFF2-40B4-BE49-F238E27FC236}">
                <a16:creationId xmlns:a16="http://schemas.microsoft.com/office/drawing/2014/main" id="{B293FA8B-F7A9-60C0-A8AE-BA6526FEB10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9A7319B5-DB0D-E015-F5D4-561AA7BBC17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39753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6458 0.8243 L -2.08333E-6 -4.8148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55" y="-4115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153 0.42871 L -1.875E-6 4.07407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70" y="-2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331B9AE-CCB6-D25F-FEF0-B202909866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37733" y="5985200"/>
            <a:ext cx="2773174" cy="872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B978DF-358D-A704-17EA-AACAD1AB74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295169"/>
            <a:ext cx="2333957" cy="524986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E7A92EC-C103-E1A9-047E-B8DE87C118DC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6299" y="317500"/>
            <a:ext cx="696059" cy="12065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97A266-833C-ABFA-8FD4-001D59E195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F72F7-6333-8B02-C419-41F12BC7766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038225" cy="1981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00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•• PROTECTED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8DCB07-1805-A712-9EDD-C3F434D4A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12" y="576066"/>
            <a:ext cx="2768536" cy="8505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  <a:endParaRPr lang="en-GB"/>
          </a:p>
        </p:txBody>
      </p:sp>
      <p:sp>
        <p:nvSpPr>
          <p:cNvPr id="11" name="Table Placeholder 7">
            <a:extLst>
              <a:ext uri="{FF2B5EF4-FFF2-40B4-BE49-F238E27FC236}">
                <a16:creationId xmlns:a16="http://schemas.microsoft.com/office/drawing/2014/main" id="{DADADF50-B6F2-B66E-BD84-AB9879E0B50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3241675" y="1304925"/>
            <a:ext cx="4240213" cy="5249863"/>
          </a:xfrm>
          <a:noFill/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able Placeholder 7">
            <a:extLst>
              <a:ext uri="{FF2B5EF4-FFF2-40B4-BE49-F238E27FC236}">
                <a16:creationId xmlns:a16="http://schemas.microsoft.com/office/drawing/2014/main" id="{29E0976C-5F4A-4AC0-4F95-E27B3199AB16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7625982" y="1304925"/>
            <a:ext cx="4240213" cy="5249863"/>
          </a:xfrm>
          <a:noFill/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22" name="Picture 21" descr="A red and black corner&#10;&#10;AI-generated content may be incorrect.">
            <a:extLst>
              <a:ext uri="{FF2B5EF4-FFF2-40B4-BE49-F238E27FC236}">
                <a16:creationId xmlns:a16="http://schemas.microsoft.com/office/drawing/2014/main" id="{B5BD6961-DBB5-1107-385F-5559DADC9F3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C8FCAF5-D0D1-5D2B-5506-926E526441C2}"/>
              </a:ext>
            </a:extLst>
          </p:cNvPr>
          <p:cNvSpPr txBox="1"/>
          <p:nvPr userDrawn="1"/>
        </p:nvSpPr>
        <p:spPr>
          <a:xfrm>
            <a:off x="117566" y="-9144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/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EDCE7D0B-338B-B8B5-30AC-B2101D19DE1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4024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14 0.34028 L -3.125E-6 4.07407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70" y="-1710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11 0.12709 L 2.08333E-6 -1.11111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55" y="-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FEB5C156-8EEA-18B7-4D8C-C4C498EA0D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214167"/>
            <a:ext cx="10380862" cy="564383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FB623F7-8911-9129-354A-8CC16D3222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28648" y="3929857"/>
            <a:ext cx="8106479" cy="292814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B851DBE-A8CC-8D8E-B255-353710859D17}"/>
              </a:ext>
            </a:extLst>
          </p:cNvPr>
          <p:cNvSpPr txBox="1"/>
          <p:nvPr userDrawn="1"/>
        </p:nvSpPr>
        <p:spPr>
          <a:xfrm>
            <a:off x="13746997" y="66952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FF11E53D-4A43-54CD-5222-BF3C2D33CC7F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6299" y="317500"/>
            <a:ext cx="696059" cy="120650"/>
          </a:xfrm>
          <a:prstGeom prst="rect">
            <a:avLst/>
          </a:prstGeom>
        </p:spPr>
      </p:pic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D0844994-F59D-F386-B910-77F11F9CDEC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/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1" name="Picture 20" descr="A red and black corner&#10;&#10;AI-generated content may be incorrect.">
            <a:extLst>
              <a:ext uri="{FF2B5EF4-FFF2-40B4-BE49-F238E27FC236}">
                <a16:creationId xmlns:a16="http://schemas.microsoft.com/office/drawing/2014/main" id="{06EC8182-963A-D0FF-66F7-D95B807528E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E5BAB309-53CD-BF46-A37D-1EA9F87B2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12" y="1044347"/>
            <a:ext cx="2768536" cy="8505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7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</a:t>
            </a:r>
            <a:endParaRPr lang="en-GB"/>
          </a:p>
        </p:txBody>
      </p:sp>
      <p:sp>
        <p:nvSpPr>
          <p:cNvPr id="23" name="Table Placeholder 7">
            <a:extLst>
              <a:ext uri="{FF2B5EF4-FFF2-40B4-BE49-F238E27FC236}">
                <a16:creationId xmlns:a16="http://schemas.microsoft.com/office/drawing/2014/main" id="{8840E8D7-1B51-B1A9-990F-6591880C095A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3241675" y="1044347"/>
            <a:ext cx="4240213" cy="5249863"/>
          </a:xfrm>
          <a:noFill/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0A9354-97D3-4082-2B41-A783016E5EB2}"/>
              </a:ext>
            </a:extLst>
          </p:cNvPr>
          <p:cNvSpPr txBox="1"/>
          <p:nvPr userDrawn="1"/>
        </p:nvSpPr>
        <p:spPr>
          <a:xfrm>
            <a:off x="13415058" y="357657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7A3772F-6EA6-1BE3-2105-EBDA04625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12199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6458 0.8243 L -2.08333E-6 -4.8148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55" y="-4115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153 0.42871 L -1.875E-6 -4.07407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70" y="-21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EB851DBE-A8CC-8D8E-B255-353710859D17}"/>
              </a:ext>
            </a:extLst>
          </p:cNvPr>
          <p:cNvSpPr txBox="1"/>
          <p:nvPr userDrawn="1"/>
        </p:nvSpPr>
        <p:spPr>
          <a:xfrm>
            <a:off x="13746997" y="66952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/>
          </a:p>
        </p:txBody>
      </p:sp>
      <p:sp>
        <p:nvSpPr>
          <p:cNvPr id="28" name="Table Placeholder 7">
            <a:extLst>
              <a:ext uri="{FF2B5EF4-FFF2-40B4-BE49-F238E27FC236}">
                <a16:creationId xmlns:a16="http://schemas.microsoft.com/office/drawing/2014/main" id="{600DBE33-0583-DA27-5D00-FD6A789D13B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3241675" y="1304925"/>
            <a:ext cx="4240213" cy="5249863"/>
          </a:xfrm>
          <a:noFill/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able Placeholder 7">
            <a:extLst>
              <a:ext uri="{FF2B5EF4-FFF2-40B4-BE49-F238E27FC236}">
                <a16:creationId xmlns:a16="http://schemas.microsoft.com/office/drawing/2014/main" id="{0921989F-C58D-6401-9430-80858F03FE40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7625982" y="1304925"/>
            <a:ext cx="4240213" cy="5249863"/>
          </a:xfrm>
          <a:noFill/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D380C9A1-E57A-14E2-3348-6A3BE33CC753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76299" y="317500"/>
            <a:ext cx="696059" cy="120650"/>
          </a:xfrm>
          <a:prstGeom prst="rect">
            <a:avLst/>
          </a:prstGeom>
        </p:spPr>
      </p:pic>
      <p:sp>
        <p:nvSpPr>
          <p:cNvPr id="31" name="Slide Number Placeholder 9">
            <a:extLst>
              <a:ext uri="{FF2B5EF4-FFF2-40B4-BE49-F238E27FC236}">
                <a16:creationId xmlns:a16="http://schemas.microsoft.com/office/drawing/2014/main" id="{A5F6D35D-308F-4AB9-08FD-F2C638B1C29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/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2" name="Picture 31" descr="A red and black corner&#10;&#10;AI-generated content may be incorrect.">
            <a:extLst>
              <a:ext uri="{FF2B5EF4-FFF2-40B4-BE49-F238E27FC236}">
                <a16:creationId xmlns:a16="http://schemas.microsoft.com/office/drawing/2014/main" id="{BDAD34B0-CBF9-12E5-42F9-A80A96140F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855AEE41-DCB6-6032-D02D-B110A524B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12" y="576066"/>
            <a:ext cx="2768536" cy="8505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7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</a:t>
            </a:r>
            <a:endParaRPr lang="en-GB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0FAA753-199F-86F4-0548-C116F23E64E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37733" y="5985200"/>
            <a:ext cx="2773174" cy="8728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1EC5512-22DC-ACE2-D621-517F4BECEA0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295169"/>
            <a:ext cx="2333957" cy="524986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E9893DC-1038-767E-E629-9D41BBA623A4}"/>
              </a:ext>
            </a:extLst>
          </p:cNvPr>
          <p:cNvSpPr txBox="1"/>
          <p:nvPr userDrawn="1"/>
        </p:nvSpPr>
        <p:spPr>
          <a:xfrm>
            <a:off x="13065760" y="61976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EE36743-47BB-5F3A-B92A-6CF6E94EC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75701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14 0.34028 L -3.125E-6 4.07407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70" y="-1710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11 0.12709 L 2.08333E-6 -2.59259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55" y="-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2B576F5-B9C9-967D-F9FA-00B479601A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681" y="373699"/>
            <a:ext cx="11390639" cy="611060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959171E-466D-C937-C433-A6E3CBA8CFD8}"/>
              </a:ext>
            </a:extLst>
          </p:cNvPr>
          <p:cNvSpPr/>
          <p:nvPr userDrawn="1"/>
        </p:nvSpPr>
        <p:spPr>
          <a:xfrm>
            <a:off x="902525" y="492826"/>
            <a:ext cx="4720441" cy="18525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265EC141-8CE6-48C0-3C94-071F0D5896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1751" y="-1"/>
            <a:ext cx="5310249" cy="2838203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 cap="none" baseline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6BA9CA1-A080-7E36-F155-3627621FDB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15044" y="3610098"/>
            <a:ext cx="3509159" cy="2481944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 cap="none" baseline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011" y="635330"/>
            <a:ext cx="4407329" cy="819397"/>
          </a:xfrm>
          <a:noFill/>
        </p:spPr>
        <p:txBody>
          <a:bodyPr anchor="t" anchorCtr="0"/>
          <a:lstStyle>
            <a:lvl1pPr algn="l">
              <a:lnSpc>
                <a:spcPct val="100000"/>
              </a:lnSpc>
              <a:defRPr sz="5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F1B1B-4CBE-29C9-2336-FE1020CC7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5345" y="1555668"/>
            <a:ext cx="4376057" cy="712519"/>
          </a:xfrm>
        </p:spPr>
        <p:txBody>
          <a:bodyPr anchor="t" anchorCtr="0"/>
          <a:lstStyle>
            <a:lvl1pPr marL="4763" indent="-4763" algn="l">
              <a:spcBef>
                <a:spcPts val="0"/>
              </a:spcBef>
              <a:spcAft>
                <a:spcPts val="2400"/>
              </a:spcAft>
              <a:buNone/>
              <a:tabLst/>
              <a:defRPr sz="1200" cap="none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92E44AF-8987-77C6-AF1B-38950D126F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1994" y="4352305"/>
            <a:ext cx="4643253" cy="2577961"/>
          </a:xfrm>
          <a:solidFill>
            <a:schemeClr val="accent5"/>
          </a:solidFill>
          <a:ln w="1524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Picture 4" descr="A red and black corner&#10;&#10;AI-generated content may be incorrect.">
            <a:extLst>
              <a:ext uri="{FF2B5EF4-FFF2-40B4-BE49-F238E27FC236}">
                <a16:creationId xmlns:a16="http://schemas.microsoft.com/office/drawing/2014/main" id="{75F1F190-5924-9600-9D43-7DFF22AC25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39761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618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6BA9CA1-A080-7E36-F155-3627621FDB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617516"/>
            <a:ext cx="6175169" cy="6240483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 cap="none" baseline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265EC141-8CE6-48C0-3C94-071F0D5896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082150" y="-1"/>
            <a:ext cx="2109849" cy="4174177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 cap="none" baseline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6073" y="1104400"/>
            <a:ext cx="4762005" cy="2179122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F1B1B-4CBE-29C9-2336-FE1020CC7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82151" y="4583873"/>
            <a:ext cx="1907968" cy="1911890"/>
          </a:xfrm>
        </p:spPr>
        <p:txBody>
          <a:bodyPr anchor="t" anchorCtr="0"/>
          <a:lstStyle>
            <a:lvl1pPr marL="4763" indent="-4763" algn="l">
              <a:spcBef>
                <a:spcPts val="0"/>
              </a:spcBef>
              <a:spcAft>
                <a:spcPts val="2400"/>
              </a:spcAft>
              <a:buNone/>
              <a:tabLst/>
              <a:defRPr sz="12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92E44AF-8987-77C6-AF1B-38950D126F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78360" y="3746662"/>
            <a:ext cx="4899742" cy="3188527"/>
          </a:xfrm>
          <a:solidFill>
            <a:schemeClr val="accent5"/>
          </a:solidFill>
          <a:ln w="152400">
            <a:solidFill>
              <a:schemeClr val="accent1"/>
            </a:solidFill>
            <a:miter lim="800000"/>
          </a:ln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4" name="Picture 3" descr="A red and black corner&#10;&#10;AI-generated content may be incorrect.">
            <a:extLst>
              <a:ext uri="{FF2B5EF4-FFF2-40B4-BE49-F238E27FC236}">
                <a16:creationId xmlns:a16="http://schemas.microsoft.com/office/drawing/2014/main" id="{0B658B92-4FA4-D9D6-01F8-C387927835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7538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9648516-0465-8A58-D00E-2A66E9F32814}"/>
              </a:ext>
            </a:extLst>
          </p:cNvPr>
          <p:cNvSpPr/>
          <p:nvPr userDrawn="1"/>
        </p:nvSpPr>
        <p:spPr>
          <a:xfrm>
            <a:off x="4560123" y="4542312"/>
            <a:ext cx="2314800" cy="23156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86BA9CA1-A080-7E36-F155-3627621FDB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834738" cy="2719449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 cap="none" baseline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070" y="3241958"/>
            <a:ext cx="4102925" cy="3616042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65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582A2D-436F-F6FE-D179-5746BB30992E}"/>
              </a:ext>
            </a:extLst>
          </p:cNvPr>
          <p:cNvSpPr/>
          <p:nvPr userDrawn="1"/>
        </p:nvSpPr>
        <p:spPr>
          <a:xfrm>
            <a:off x="5587340" y="2725387"/>
            <a:ext cx="5278582" cy="4132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265EC141-8CE6-48C0-3C94-071F0D5896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32369" y="926275"/>
            <a:ext cx="5256809" cy="5248894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 cap="none" baseline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645011F-62B7-0E2C-FB1F-CC2FD692A7BE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76299" y="317500"/>
            <a:ext cx="696059" cy="120650"/>
          </a:xfrm>
          <a:prstGeom prst="rect">
            <a:avLst/>
          </a:prstGeom>
        </p:spPr>
      </p:pic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399BFD9A-9046-CF59-5577-64A5D9DDBD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/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FA7F5D04-1558-451F-4999-C2F73197C0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014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ction 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red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CD5958D-C30B-0589-57DD-AF548EC1EC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233104"/>
            <a:ext cx="4850952" cy="6624896"/>
          </a:xfrm>
          <a:prstGeom prst="rect">
            <a:avLst/>
          </a:prstGeom>
        </p:spPr>
      </p:pic>
      <p:pic>
        <p:nvPicPr>
          <p:cNvPr id="4" name="Picture 3" descr="A red and black corner&#10;&#10;AI-generated content may be incorrect.">
            <a:extLst>
              <a:ext uri="{FF2B5EF4-FFF2-40B4-BE49-F238E27FC236}">
                <a16:creationId xmlns:a16="http://schemas.microsoft.com/office/drawing/2014/main" id="{96B4A10E-2A4E-16D5-CF99-CFEF604770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265EC141-8CE6-48C0-3C94-071F0D5896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60123" y="1609106"/>
            <a:ext cx="5256809" cy="5248894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 cap="none" baseline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070" y="1609106"/>
            <a:ext cx="4102925" cy="3616042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6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</a:t>
            </a:r>
            <a:endParaRPr lang="en-GB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CA7CB73-CC42-CD96-7285-50A5997C837E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bg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Slide Number Placeholder 9">
            <a:extLst>
              <a:ext uri="{FF2B5EF4-FFF2-40B4-BE49-F238E27FC236}">
                <a16:creationId xmlns:a16="http://schemas.microsoft.com/office/drawing/2014/main" id="{D081A24F-DBAC-66D6-2014-DA742272C8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B04C85-AF1F-5B73-95AC-B250C11FFF2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038225" cy="1981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00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•• PROTECTED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C91959-1357-A741-B51E-4ADBC99401FE}"/>
              </a:ext>
            </a:extLst>
          </p:cNvPr>
          <p:cNvSpPr txBox="1"/>
          <p:nvPr userDrawn="1"/>
        </p:nvSpPr>
        <p:spPr>
          <a:xfrm>
            <a:off x="13663749" y="309589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8C1D1D0-06A4-34B3-DCF1-A6B4344285C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10012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792 0.54676 L 1.66667E-6 2.22222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896" y="-27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ection 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red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BF36B6F-E8D3-6C89-2D1B-283A9B5EB2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" y="665544"/>
            <a:ext cx="9169741" cy="6192456"/>
          </a:xfrm>
          <a:prstGeom prst="rect">
            <a:avLst/>
          </a:prstGeom>
        </p:spPr>
      </p:pic>
      <p:pic>
        <p:nvPicPr>
          <p:cNvPr id="13" name="Picture 12" descr="A black and white rectangle&#10;&#10;AI-generated content may be incorrect.">
            <a:extLst>
              <a:ext uri="{FF2B5EF4-FFF2-40B4-BE49-F238E27FC236}">
                <a16:creationId xmlns:a16="http://schemas.microsoft.com/office/drawing/2014/main" id="{6F93F193-A652-56A1-F674-8ABEEAE7E5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3120635"/>
            <a:ext cx="3109577" cy="37373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B37753-52CB-F26E-73D0-F1AE00AC135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42427" y="4973255"/>
            <a:ext cx="3605349" cy="1884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2904" y="2834435"/>
            <a:ext cx="6271756" cy="1182929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F1B1B-4CBE-29C9-2336-FE1020CC7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9643" y="4167715"/>
            <a:ext cx="4525017" cy="805539"/>
          </a:xfrm>
        </p:spPr>
        <p:txBody>
          <a:bodyPr anchor="ctr" anchorCtr="0"/>
          <a:lstStyle>
            <a:lvl1pPr marL="4763" indent="-4763" algn="l">
              <a:spcBef>
                <a:spcPts val="0"/>
              </a:spcBef>
              <a:spcAft>
                <a:spcPts val="2400"/>
              </a:spcAft>
              <a:buNone/>
              <a:tabLst/>
              <a:defRPr sz="12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97A266-833C-ABFA-8FD4-001D59E195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4" name="Picture 3" descr="A red and black corner&#10;&#10;AI-generated content may be incorrect.">
            <a:extLst>
              <a:ext uri="{FF2B5EF4-FFF2-40B4-BE49-F238E27FC236}">
                <a16:creationId xmlns:a16="http://schemas.microsoft.com/office/drawing/2014/main" id="{AA4ED1A6-DBAD-9280-FEAD-6676758DB54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87E75763-775B-4108-A3AE-29B553A487DE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bg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29C9ED-B22F-B1CB-C85D-CF655A3943C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038225" cy="1981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00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•• PROTECTED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D9A70F-DBAB-B273-F4D2-FDDF6697B972}"/>
              </a:ext>
            </a:extLst>
          </p:cNvPr>
          <p:cNvSpPr txBox="1"/>
          <p:nvPr userDrawn="1"/>
        </p:nvSpPr>
        <p:spPr>
          <a:xfrm>
            <a:off x="13493931" y="338328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/>
          </a:p>
        </p:txBody>
      </p:sp>
      <p:pic>
        <p:nvPicPr>
          <p:cNvPr id="19" name="Picture 18" descr="A black and white light&#10;&#10;AI-generated content may be incorrect.">
            <a:extLst>
              <a:ext uri="{FF2B5EF4-FFF2-40B4-BE49-F238E27FC236}">
                <a16:creationId xmlns:a16="http://schemas.microsoft.com/office/drawing/2014/main" id="{B155007D-6270-8ABF-A03B-1C05A3C89B5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55125" y="4815334"/>
            <a:ext cx="5672488" cy="204266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75EF3AC-DA33-0190-86DA-6ECF8ED644F4}"/>
              </a:ext>
            </a:extLst>
          </p:cNvPr>
          <p:cNvSpPr txBox="1"/>
          <p:nvPr userDrawn="1"/>
        </p:nvSpPr>
        <p:spPr>
          <a:xfrm>
            <a:off x="13122876" y="32745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/>
          </a:p>
        </p:txBody>
      </p:sp>
      <p:pic>
        <p:nvPicPr>
          <p:cNvPr id="24" name="Picture 23" descr="A black and white light&#10;&#10;AI-generated content may be incorrect.">
            <a:extLst>
              <a:ext uri="{FF2B5EF4-FFF2-40B4-BE49-F238E27FC236}">
                <a16:creationId xmlns:a16="http://schemas.microsoft.com/office/drawing/2014/main" id="{EF90294E-7D1B-4853-A335-7F79B32D688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738798"/>
            <a:ext cx="1557850" cy="3659447"/>
          </a:xfrm>
          <a:prstGeom prst="rect">
            <a:avLst/>
          </a:prstGeom>
        </p:spPr>
      </p:pic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51451842-3754-2389-942E-C649E64FEB5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6776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9831 0.90602 L -3.125E-6 -4.8148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961" y="-4541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773 0.21134 L -2.08333E-6 -0.00093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93" y="-1062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507 0.46134 L -3.95833E-6 -1.48148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60" y="-2319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79 0.29884 L -2.70833E-6 -1.85185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46" y="-14907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023 0.27685 L 0.0004 0.00208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31" y="-1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9416CEDC-A00A-B141-F328-56A1A074D4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233104"/>
            <a:ext cx="4850952" cy="6624896"/>
          </a:xfrm>
          <a:prstGeom prst="rect">
            <a:avLst/>
          </a:prstGeom>
        </p:spPr>
      </p:pic>
      <p:pic>
        <p:nvPicPr>
          <p:cNvPr id="4" name="Picture 3" descr="A red and black corner&#10;&#10;AI-generated content may be incorrect.">
            <a:extLst>
              <a:ext uri="{FF2B5EF4-FFF2-40B4-BE49-F238E27FC236}">
                <a16:creationId xmlns:a16="http://schemas.microsoft.com/office/drawing/2014/main" id="{96B4A10E-2A4E-16D5-CF99-CFEF604770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265EC141-8CE6-48C0-3C94-071F0D5896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60123" y="1609106"/>
            <a:ext cx="5256809" cy="5248894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 cap="none" baseline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645011F-62B7-0E2C-FB1F-CC2FD692A7BE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6299" y="317500"/>
            <a:ext cx="696059" cy="120650"/>
          </a:xfrm>
          <a:prstGeom prst="rect">
            <a:avLst/>
          </a:prstGeom>
        </p:spPr>
      </p:pic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399BFD9A-9046-CF59-5577-64A5D9DDBD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/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9070" y="1609106"/>
            <a:ext cx="4102925" cy="3616042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6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A1E6E-1D5E-D8C6-F47C-540AC0F6E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8864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792 0.54676 L 1.66667E-6 2.22222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896" y="-27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red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F397E4B4-D647-FC6E-B79D-F550A42746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" y="665544"/>
            <a:ext cx="9169741" cy="619245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1A71825-463E-57E6-B802-AE4F86726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" y="3120635"/>
            <a:ext cx="3109510" cy="37373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EDF2B4B-3160-F6E3-8B5E-C3589BBC6FD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42427" y="4973255"/>
            <a:ext cx="3605349" cy="188474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FBA4A31-AF55-9BC9-89BB-BAE627CDF0B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755125" y="4815342"/>
            <a:ext cx="5672488" cy="203645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A2AB82A-19E7-2055-DB52-B0A9608D976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" y="738811"/>
            <a:ext cx="1557854" cy="3659421"/>
          </a:xfrm>
          <a:prstGeom prst="rect">
            <a:avLst/>
          </a:prstGeom>
        </p:spPr>
      </p:pic>
      <p:pic>
        <p:nvPicPr>
          <p:cNvPr id="4" name="Picture 3" descr="A red and black corner&#10;&#10;AI-generated content may be incorrect.">
            <a:extLst>
              <a:ext uri="{FF2B5EF4-FFF2-40B4-BE49-F238E27FC236}">
                <a16:creationId xmlns:a16="http://schemas.microsoft.com/office/drawing/2014/main" id="{AA4ED1A6-DBAD-9280-FEAD-6676758DB54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2044326-78BE-0D50-558B-7563ED49B5BF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76299" y="317500"/>
            <a:ext cx="696059" cy="120650"/>
          </a:xfrm>
          <a:prstGeom prst="rect">
            <a:avLst/>
          </a:prstGeom>
        </p:spPr>
      </p:pic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25197A60-5982-832E-D963-8E97591902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/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577BF2-08D5-9EAB-006D-9AEADC8B4367}"/>
              </a:ext>
            </a:extLst>
          </p:cNvPr>
          <p:cNvSpPr txBox="1"/>
          <p:nvPr userDrawn="1"/>
        </p:nvSpPr>
        <p:spPr>
          <a:xfrm>
            <a:off x="-1442434" y="-23182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6114DC7-BCF4-4199-D826-5159E0EF2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2904" y="2834435"/>
            <a:ext cx="6271756" cy="1182929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65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</a:t>
            </a:r>
            <a:endParaRPr lang="en-GB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E4652473-AB74-E861-BB6F-C51ABC8AF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9643" y="4167715"/>
            <a:ext cx="4525017" cy="805539"/>
          </a:xfrm>
        </p:spPr>
        <p:txBody>
          <a:bodyPr anchor="ctr" anchorCtr="0"/>
          <a:lstStyle>
            <a:lvl1pPr marL="4763" indent="-4763" algn="l">
              <a:spcBef>
                <a:spcPts val="0"/>
              </a:spcBef>
              <a:spcAft>
                <a:spcPts val="2400"/>
              </a:spcAft>
              <a:buNone/>
              <a:tabLst/>
              <a:defRPr sz="12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B18ED4D-7374-01A9-935D-8801170F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7646E4-642C-9A38-B7C2-C7F1D600909B}"/>
              </a:ext>
            </a:extLst>
          </p:cNvPr>
          <p:cNvSpPr txBox="1"/>
          <p:nvPr userDrawn="1"/>
        </p:nvSpPr>
        <p:spPr>
          <a:xfrm>
            <a:off x="14464145" y="-465512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8067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9831 0.90602 L -3.125E-6 -4.8148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961" y="-4541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773 0.21134 L -2.08333E-6 -0.00093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93" y="-1062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507 0.46134 L -3.95833E-6 3.7037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760" y="-2307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79 0.29885 L -2.5E-6 -2.96296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3" y="-1495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023 0.27685 L 0.0004 0.00208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31" y="-137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Pull ou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71682"/>
            <a:ext cx="11556627" cy="4248150"/>
          </a:xfrm>
        </p:spPr>
        <p:txBody>
          <a:bodyPr anchor="ctr" anchorCtr="0"/>
          <a:lstStyle>
            <a:lvl1pPr algn="ctr">
              <a:lnSpc>
                <a:spcPct val="60000"/>
              </a:lnSpc>
              <a:defRPr sz="16000">
                <a:solidFill>
                  <a:schemeClr val="bg1"/>
                </a:solidFill>
                <a:latin typeface="Toyota Script 2" pitchFamily="2" charset="0"/>
                <a:cs typeface="Toyota Script 2" pitchFamily="2" charset="0"/>
              </a:defRPr>
            </a:lvl1pPr>
          </a:lstStyle>
          <a:p>
            <a:r>
              <a:rPr lang="en-US"/>
              <a:t>Click to edit</a:t>
            </a:r>
            <a:endParaRPr lang="en-GB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61A2D19B-BE2B-0522-32F4-E3D0A6E4AE56}"/>
              </a:ext>
            </a:extLst>
          </p:cNvPr>
          <p:cNvSpPr/>
          <p:nvPr userDrawn="1"/>
        </p:nvSpPr>
        <p:spPr>
          <a:xfrm>
            <a:off x="332509" y="611579"/>
            <a:ext cx="11251870" cy="5943600"/>
          </a:xfrm>
          <a:custGeom>
            <a:avLst/>
            <a:gdLst>
              <a:gd name="connsiteX0" fmla="*/ 0 w 11251870"/>
              <a:gd name="connsiteY0" fmla="*/ 0 h 5943600"/>
              <a:gd name="connsiteX1" fmla="*/ 11251870 w 11251870"/>
              <a:gd name="connsiteY1" fmla="*/ 0 h 5943600"/>
              <a:gd name="connsiteX2" fmla="*/ 11251870 w 11251870"/>
              <a:gd name="connsiteY2" fmla="*/ 5943600 h 594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51870" h="5943600">
                <a:moveTo>
                  <a:pt x="0" y="0"/>
                </a:moveTo>
                <a:lnTo>
                  <a:pt x="11251870" y="0"/>
                </a:lnTo>
                <a:lnTo>
                  <a:pt x="11251870" y="594360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ed and black corner&#10;&#10;AI-generated content may be incorrect.">
            <a:extLst>
              <a:ext uri="{FF2B5EF4-FFF2-40B4-BE49-F238E27FC236}">
                <a16:creationId xmlns:a16="http://schemas.microsoft.com/office/drawing/2014/main" id="{F4F0AB0D-709F-A3CC-3AA0-7FEC7ACCF1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8802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Divider - Pull ou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F8CDD1-5450-751B-2E86-411230605CB0}"/>
              </a:ext>
            </a:extLst>
          </p:cNvPr>
          <p:cNvSpPr/>
          <p:nvPr userDrawn="1"/>
        </p:nvSpPr>
        <p:spPr>
          <a:xfrm>
            <a:off x="334963" y="1027216"/>
            <a:ext cx="5451475" cy="5527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38793774-506D-CFFF-C44D-AF4916C514C7}"/>
              </a:ext>
            </a:extLst>
          </p:cNvPr>
          <p:cNvSpPr/>
          <p:nvPr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bg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97A266-833C-ABFA-8FD4-001D59E195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AC5D5C-50BB-35DA-818A-3E141765D0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1852" y="526308"/>
            <a:ext cx="5513634" cy="5518232"/>
          </a:xfrm>
          <a:solidFill>
            <a:schemeClr val="accent1"/>
          </a:solidFill>
        </p:spPr>
        <p:txBody>
          <a:bodyPr lIns="288000" tIns="288000" rIns="288000" bIns="288000"/>
          <a:lstStyle>
            <a:lvl1pPr>
              <a:defRPr sz="3400" b="0" i="0" cap="none" baseline="0">
                <a:solidFill>
                  <a:schemeClr val="bg1"/>
                </a:solidFill>
                <a:latin typeface="+mj-lt"/>
                <a:cs typeface="Toyota Type Black" panose="020B0502020202020204" pitchFamily="34" charset="0"/>
              </a:defRPr>
            </a:lvl1pPr>
            <a:lvl2pPr marL="0" indent="0">
              <a:buClr>
                <a:schemeClr val="bg1"/>
              </a:buClr>
              <a:buFont typeface=".Hiragino Kaku Gothic Interface W3"/>
              <a:buNone/>
              <a:tabLst/>
              <a:defRPr sz="2400">
                <a:solidFill>
                  <a:schemeClr val="bg1"/>
                </a:solidFill>
                <a:latin typeface="+mj-lt"/>
              </a:defRPr>
            </a:lvl2pPr>
            <a:lvl3pPr marL="355600" indent="-355600">
              <a:buClr>
                <a:schemeClr val="bg1"/>
              </a:buClr>
              <a:tabLst/>
              <a:defRPr sz="2400">
                <a:solidFill>
                  <a:schemeClr val="bg1"/>
                </a:solidFill>
                <a:latin typeface="+mj-lt"/>
              </a:defRPr>
            </a:lvl3pPr>
            <a:lvl4pPr marL="720725" indent="-355600">
              <a:buClr>
                <a:schemeClr val="bg1"/>
              </a:buClr>
              <a:tabLst/>
              <a:defRPr sz="3400">
                <a:solidFill>
                  <a:schemeClr val="bg1"/>
                </a:solidFill>
                <a:latin typeface="+mj-lt"/>
              </a:defRPr>
            </a:lvl4pPr>
            <a:lvl5pPr marL="1076325" indent="-355600">
              <a:buClr>
                <a:schemeClr val="bg1"/>
              </a:buClr>
              <a:tabLst/>
              <a:defRPr sz="3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/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B6FD0D98-8585-37FC-9097-C9B64FFE93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308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Tit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8B88A-D67D-9EF1-04C4-77E1B76A26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7082" y="883986"/>
            <a:ext cx="3188618" cy="2545014"/>
          </a:xfrm>
          <a:ln>
            <a:noFill/>
          </a:ln>
        </p:spPr>
        <p:txBody>
          <a:bodyPr/>
          <a:lstStyle>
            <a:lvl1pPr>
              <a:defRPr sz="1200" cap="all" baseline="0">
                <a:solidFill>
                  <a:schemeClr val="bg1"/>
                </a:solidFill>
              </a:defRPr>
            </a:lvl1pPr>
            <a:lvl2pPr marL="4763" indent="0">
              <a:buNone/>
              <a:defRPr sz="1200">
                <a:solidFill>
                  <a:schemeClr val="bg1"/>
                </a:solidFill>
              </a:defRPr>
            </a:lvl2pPr>
            <a:lvl3pPr marL="177800" indent="-177800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3pPr>
            <a:lvl4pPr marL="355600" indent="-177800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4pPr>
            <a:lvl5pPr marL="533400" indent="-177800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870F84F5-3A5D-C1E4-DA0E-626026F69962}"/>
              </a:ext>
            </a:extLst>
          </p:cNvPr>
          <p:cNvSpPr/>
          <p:nvPr userDrawn="1"/>
        </p:nvSpPr>
        <p:spPr>
          <a:xfrm>
            <a:off x="8133347" y="607595"/>
            <a:ext cx="3447048" cy="1082842"/>
          </a:xfrm>
          <a:custGeom>
            <a:avLst/>
            <a:gdLst>
              <a:gd name="connsiteX0" fmla="*/ 0 w 3447048"/>
              <a:gd name="connsiteY0" fmla="*/ 0 h 1082842"/>
              <a:gd name="connsiteX1" fmla="*/ 3447048 w 3447048"/>
              <a:gd name="connsiteY1" fmla="*/ 0 h 1082842"/>
              <a:gd name="connsiteX2" fmla="*/ 3447048 w 3447048"/>
              <a:gd name="connsiteY2" fmla="*/ 1082842 h 1082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47048" h="1082842">
                <a:moveTo>
                  <a:pt x="0" y="0"/>
                </a:moveTo>
                <a:lnTo>
                  <a:pt x="3447048" y="0"/>
                </a:lnTo>
                <a:lnTo>
                  <a:pt x="3447048" y="1082842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B639A5C4-4B37-F5DE-F017-6C90B7C924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913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Image an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38793774-506D-CFFF-C44D-AF4916C514C7}"/>
              </a:ext>
            </a:extLst>
          </p:cNvPr>
          <p:cNvSpPr/>
          <p:nvPr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bg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97A266-833C-ABFA-8FD4-001D59E195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AC5D5C-50BB-35DA-818A-3E141765D0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527300"/>
            <a:ext cx="3995737" cy="4027488"/>
          </a:xfrm>
          <a:solidFill>
            <a:schemeClr val="accent1"/>
          </a:solidFill>
        </p:spPr>
        <p:txBody>
          <a:bodyPr lIns="288000" tIns="288000" rIns="288000" bIns="288000"/>
          <a:lstStyle>
            <a:lvl1pPr>
              <a:defRPr sz="2400" b="0" i="0" cap="all" baseline="0">
                <a:solidFill>
                  <a:schemeClr val="bg1"/>
                </a:solidFill>
                <a:latin typeface="Toyota Type Black" panose="020B0502020202020204" pitchFamily="34" charset="0"/>
                <a:cs typeface="Toyota Type Black" panose="020B0502020202020204" pitchFamily="34" charset="0"/>
              </a:defRPr>
            </a:lvl1pPr>
            <a:lvl2pPr marL="0" indent="0">
              <a:buNone/>
              <a:tabLst/>
              <a:defRPr sz="2400">
                <a:solidFill>
                  <a:schemeClr val="bg1"/>
                </a:solidFill>
              </a:defRPr>
            </a:lvl2pPr>
            <a:lvl3pPr marL="365125" indent="-355600">
              <a:buClr>
                <a:schemeClr val="bg1"/>
              </a:buClr>
              <a:tabLst/>
              <a:defRPr sz="2400">
                <a:solidFill>
                  <a:schemeClr val="bg1"/>
                </a:solidFill>
              </a:defRPr>
            </a:lvl3pPr>
            <a:lvl4pPr marL="720725" indent="-355600">
              <a:buClr>
                <a:schemeClr val="bg1"/>
              </a:buClr>
              <a:tabLst/>
              <a:defRPr sz="2400">
                <a:solidFill>
                  <a:schemeClr val="bg1"/>
                </a:solidFill>
              </a:defRPr>
            </a:lvl4pPr>
            <a:lvl5pPr marL="1076325" indent="-355600">
              <a:buClr>
                <a:schemeClr val="bg1"/>
              </a:buClr>
              <a:tabLst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44248829-E4BE-2D62-2AD7-45AF86293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11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ground Image an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38793774-506D-CFFF-C44D-AF4916C514C7}"/>
              </a:ext>
            </a:extLst>
          </p:cNvPr>
          <p:cNvSpPr/>
          <p:nvPr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bg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97A266-833C-ABFA-8FD4-001D59E195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AC5D5C-50BB-35DA-818A-3E141765D0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527300"/>
            <a:ext cx="3995737" cy="4027488"/>
          </a:xfrm>
          <a:solidFill>
            <a:schemeClr val="bg1"/>
          </a:solidFill>
        </p:spPr>
        <p:txBody>
          <a:bodyPr lIns="288000" tIns="288000" rIns="288000" bIns="288000"/>
          <a:lstStyle>
            <a:lvl1pPr>
              <a:defRPr sz="2400" b="0" i="0" cap="all" baseline="0">
                <a:solidFill>
                  <a:schemeClr val="accent2"/>
                </a:solidFill>
                <a:latin typeface="Toyota Type Black" panose="020B0502020202020204" pitchFamily="34" charset="0"/>
                <a:cs typeface="Toyota Type Black" panose="020B0502020202020204" pitchFamily="34" charset="0"/>
              </a:defRPr>
            </a:lvl1pPr>
            <a:lvl2pPr marL="4763" indent="0">
              <a:buNone/>
              <a:defRPr sz="2400">
                <a:solidFill>
                  <a:schemeClr val="accent2"/>
                </a:solidFill>
              </a:defRPr>
            </a:lvl2pPr>
            <a:lvl3pPr marL="365125" indent="-365125">
              <a:tabLst/>
              <a:defRPr sz="2400">
                <a:solidFill>
                  <a:schemeClr val="accent2"/>
                </a:solidFill>
              </a:defRPr>
            </a:lvl3pPr>
            <a:lvl4pPr marL="720725" indent="-355600">
              <a:tabLst/>
              <a:defRPr sz="2400">
                <a:solidFill>
                  <a:schemeClr val="accent2"/>
                </a:solidFill>
              </a:defRPr>
            </a:lvl4pPr>
            <a:lvl5pPr marL="1076325" indent="-355600">
              <a:tabLst/>
              <a:defRPr sz="24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B5D787D1-D31A-AB07-67CF-0FF411D8FF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324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ground Image an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38793774-506D-CFFF-C44D-AF4916C514C7}"/>
              </a:ext>
            </a:extLst>
          </p:cNvPr>
          <p:cNvSpPr/>
          <p:nvPr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bg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97A266-833C-ABFA-8FD4-001D59E195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AC5D5C-50BB-35DA-818A-3E141765D0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3868152"/>
            <a:ext cx="5035216" cy="2989847"/>
          </a:xfrm>
          <a:solidFill>
            <a:schemeClr val="bg1"/>
          </a:solidFill>
        </p:spPr>
        <p:txBody>
          <a:bodyPr lIns="324000" tIns="288000" rIns="288000" bIns="288000"/>
          <a:lstStyle>
            <a:lvl1pPr>
              <a:defRPr sz="2400" b="1" i="0" cap="all" baseline="0">
                <a:solidFill>
                  <a:schemeClr val="accent1"/>
                </a:solidFill>
                <a:latin typeface="Toyota Type" panose="020B0502020202020204" pitchFamily="34" charset="0"/>
                <a:cs typeface="Toyota Type" panose="020B0502020202020204" pitchFamily="34" charset="0"/>
              </a:defRPr>
            </a:lvl1pPr>
            <a:lvl2pPr marL="4763" indent="0">
              <a:buNone/>
              <a:defRPr sz="1200" b="0" i="0">
                <a:solidFill>
                  <a:schemeClr val="accent2"/>
                </a:solidFill>
                <a:latin typeface="Toyota Type Book" panose="020B0502020202020204" pitchFamily="34" charset="0"/>
                <a:cs typeface="Toyota Type Book" panose="020B0502020202020204" pitchFamily="34" charset="0"/>
              </a:defRPr>
            </a:lvl2pPr>
            <a:lvl3pPr marL="179388" indent="-174625">
              <a:spcBef>
                <a:spcPts val="0"/>
              </a:spcBef>
              <a:tabLst/>
              <a:defRPr sz="1200" b="0" i="0">
                <a:solidFill>
                  <a:schemeClr val="accent2"/>
                </a:solidFill>
                <a:latin typeface="Toyota Type Book" panose="020B0502020202020204" pitchFamily="34" charset="0"/>
                <a:cs typeface="Toyota Type Book" panose="020B0502020202020204" pitchFamily="34" charset="0"/>
              </a:defRPr>
            </a:lvl3pPr>
            <a:lvl4pPr marL="358775" indent="-179388">
              <a:spcBef>
                <a:spcPts val="0"/>
              </a:spcBef>
              <a:tabLst/>
              <a:defRPr sz="1200" b="0" i="0">
                <a:solidFill>
                  <a:schemeClr val="accent2"/>
                </a:solidFill>
                <a:latin typeface="Toyota Type Book" panose="020B0502020202020204" pitchFamily="34" charset="0"/>
                <a:cs typeface="Toyota Type Book" panose="020B0502020202020204" pitchFamily="34" charset="0"/>
              </a:defRPr>
            </a:lvl4pPr>
            <a:lvl5pPr marL="538163" indent="-179388">
              <a:spcBef>
                <a:spcPts val="0"/>
              </a:spcBef>
              <a:tabLst/>
              <a:defRPr sz="1200" b="0" i="0">
                <a:solidFill>
                  <a:schemeClr val="accent2"/>
                </a:solidFill>
                <a:latin typeface="Toyota Type Book" panose="020B0502020202020204" pitchFamily="34" charset="0"/>
                <a:cs typeface="Toyota Type Book" panose="020B0502020202020204" pitchFamily="34" charset="0"/>
              </a:defRPr>
            </a:lvl5pPr>
          </a:lstStyle>
          <a:p>
            <a:pPr lvl="0"/>
            <a:r>
              <a:rPr lang="en-GB"/>
              <a:t>Click to edit Master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1313002D-F85F-B35A-7827-45155FD190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683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CF69B21-0340-E86D-893B-7AD6D1F69C3E}"/>
              </a:ext>
            </a:extLst>
          </p:cNvPr>
          <p:cNvGrpSpPr/>
          <p:nvPr userDrawn="1"/>
        </p:nvGrpSpPr>
        <p:grpSpPr>
          <a:xfrm>
            <a:off x="865148" y="806488"/>
            <a:ext cx="10461705" cy="5245024"/>
            <a:chOff x="866272" y="818764"/>
            <a:chExt cx="10461705" cy="5245024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1967D7B-F50F-FB89-EC16-68243C1E6244}"/>
                </a:ext>
              </a:extLst>
            </p:cNvPr>
            <p:cNvSpPr/>
            <p:nvPr/>
          </p:nvSpPr>
          <p:spPr>
            <a:xfrm>
              <a:off x="866272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37A8C74-BA12-23C6-0BE5-A32E032C958A}"/>
                </a:ext>
              </a:extLst>
            </p:cNvPr>
            <p:cNvSpPr/>
            <p:nvPr/>
          </p:nvSpPr>
          <p:spPr>
            <a:xfrm>
              <a:off x="1735168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66295D7-C49A-C6C6-AF75-64A1E1D4A33F}"/>
                </a:ext>
              </a:extLst>
            </p:cNvPr>
            <p:cNvSpPr/>
            <p:nvPr/>
          </p:nvSpPr>
          <p:spPr>
            <a:xfrm>
              <a:off x="2604128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B28386C-2023-FA4A-BDBD-27709B0EEF56}"/>
                </a:ext>
              </a:extLst>
            </p:cNvPr>
            <p:cNvSpPr/>
            <p:nvPr/>
          </p:nvSpPr>
          <p:spPr>
            <a:xfrm>
              <a:off x="3473025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2210A93-9E90-F79A-CFA4-B4350A7C980B}"/>
                </a:ext>
              </a:extLst>
            </p:cNvPr>
            <p:cNvSpPr/>
            <p:nvPr/>
          </p:nvSpPr>
          <p:spPr>
            <a:xfrm>
              <a:off x="866272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3031B85-75A9-E212-0518-0A60F27B0B22}"/>
                </a:ext>
              </a:extLst>
            </p:cNvPr>
            <p:cNvSpPr/>
            <p:nvPr/>
          </p:nvSpPr>
          <p:spPr>
            <a:xfrm>
              <a:off x="2604128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B43B193-1B8B-3A28-DBB5-15A39C0DFCDE}"/>
                </a:ext>
              </a:extLst>
            </p:cNvPr>
            <p:cNvSpPr/>
            <p:nvPr/>
          </p:nvSpPr>
          <p:spPr>
            <a:xfrm>
              <a:off x="1735168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C4DC33E3-00D3-32C8-92C2-6F85B4E8185D}"/>
                </a:ext>
              </a:extLst>
            </p:cNvPr>
            <p:cNvSpPr/>
            <p:nvPr/>
          </p:nvSpPr>
          <p:spPr>
            <a:xfrm>
              <a:off x="3473025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7D33D50-9A4B-E51D-8320-7FFB14EC8596}"/>
                </a:ext>
              </a:extLst>
            </p:cNvPr>
            <p:cNvSpPr/>
            <p:nvPr/>
          </p:nvSpPr>
          <p:spPr>
            <a:xfrm>
              <a:off x="4341922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A4B7452-B9A8-40E8-3A91-51A83FE53DB3}"/>
                </a:ext>
              </a:extLst>
            </p:cNvPr>
            <p:cNvSpPr/>
            <p:nvPr/>
          </p:nvSpPr>
          <p:spPr>
            <a:xfrm>
              <a:off x="5210818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7C77EAA-5960-2AD8-C900-3968F72F2186}"/>
                </a:ext>
              </a:extLst>
            </p:cNvPr>
            <p:cNvSpPr/>
            <p:nvPr/>
          </p:nvSpPr>
          <p:spPr>
            <a:xfrm>
              <a:off x="6079715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0064DD0-AC0A-507B-3E17-2CA1E911DFB5}"/>
                </a:ext>
              </a:extLst>
            </p:cNvPr>
            <p:cNvSpPr/>
            <p:nvPr/>
          </p:nvSpPr>
          <p:spPr>
            <a:xfrm>
              <a:off x="6948675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9CDB0BE-BCA2-8B1D-C79C-843B11E52D28}"/>
                </a:ext>
              </a:extLst>
            </p:cNvPr>
            <p:cNvSpPr/>
            <p:nvPr/>
          </p:nvSpPr>
          <p:spPr>
            <a:xfrm>
              <a:off x="7817572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008B951-19F0-96C6-2705-CB7EF1C1DA91}"/>
                </a:ext>
              </a:extLst>
            </p:cNvPr>
            <p:cNvSpPr/>
            <p:nvPr/>
          </p:nvSpPr>
          <p:spPr>
            <a:xfrm>
              <a:off x="4341922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3402082-BE8D-A840-666C-1D82733B9568}"/>
                </a:ext>
              </a:extLst>
            </p:cNvPr>
            <p:cNvSpPr/>
            <p:nvPr/>
          </p:nvSpPr>
          <p:spPr>
            <a:xfrm>
              <a:off x="5210818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3A5C5BB-E37F-A2CD-FAAD-BF81FE1A355E}"/>
                </a:ext>
              </a:extLst>
            </p:cNvPr>
            <p:cNvSpPr/>
            <p:nvPr/>
          </p:nvSpPr>
          <p:spPr>
            <a:xfrm>
              <a:off x="6948675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26D08CA-9886-2474-FD53-95A35C64120E}"/>
                </a:ext>
              </a:extLst>
            </p:cNvPr>
            <p:cNvSpPr/>
            <p:nvPr/>
          </p:nvSpPr>
          <p:spPr>
            <a:xfrm>
              <a:off x="6079715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EEC6843-B8E5-51F2-C9F7-861C65F445CB}"/>
                </a:ext>
              </a:extLst>
            </p:cNvPr>
            <p:cNvSpPr/>
            <p:nvPr/>
          </p:nvSpPr>
          <p:spPr>
            <a:xfrm>
              <a:off x="7817572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FC7D316-D76A-A3FE-3E3F-E777E857A7B8}"/>
                </a:ext>
              </a:extLst>
            </p:cNvPr>
            <p:cNvSpPr/>
            <p:nvPr/>
          </p:nvSpPr>
          <p:spPr>
            <a:xfrm>
              <a:off x="866272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4B5496B-5B74-2164-512C-EA8487DC7D61}"/>
                </a:ext>
              </a:extLst>
            </p:cNvPr>
            <p:cNvSpPr/>
            <p:nvPr/>
          </p:nvSpPr>
          <p:spPr>
            <a:xfrm>
              <a:off x="866272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2C6F19D-F4E1-D2B1-BA27-F2BE0C64BDF0}"/>
                </a:ext>
              </a:extLst>
            </p:cNvPr>
            <p:cNvSpPr/>
            <p:nvPr/>
          </p:nvSpPr>
          <p:spPr>
            <a:xfrm>
              <a:off x="2604128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E8C04A2-8051-A5DE-78C2-039C7CEF6EAA}"/>
                </a:ext>
              </a:extLst>
            </p:cNvPr>
            <p:cNvSpPr/>
            <p:nvPr/>
          </p:nvSpPr>
          <p:spPr>
            <a:xfrm>
              <a:off x="1735168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E65754B-02DD-1D39-47FC-CA3944E47C2E}"/>
                </a:ext>
              </a:extLst>
            </p:cNvPr>
            <p:cNvSpPr/>
            <p:nvPr/>
          </p:nvSpPr>
          <p:spPr>
            <a:xfrm>
              <a:off x="3473025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8C26F80-4F9D-377F-A202-08011368FBB0}"/>
                </a:ext>
              </a:extLst>
            </p:cNvPr>
            <p:cNvSpPr/>
            <p:nvPr/>
          </p:nvSpPr>
          <p:spPr>
            <a:xfrm>
              <a:off x="1735168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4B0921D4-6ED0-BC70-5E33-BADE12E60E9C}"/>
                </a:ext>
              </a:extLst>
            </p:cNvPr>
            <p:cNvSpPr/>
            <p:nvPr/>
          </p:nvSpPr>
          <p:spPr>
            <a:xfrm>
              <a:off x="2604128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ACBC0817-42EA-CADF-9B21-C4A489618466}"/>
                </a:ext>
              </a:extLst>
            </p:cNvPr>
            <p:cNvSpPr/>
            <p:nvPr/>
          </p:nvSpPr>
          <p:spPr>
            <a:xfrm>
              <a:off x="3473025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949C9166-4D8A-124A-6025-CF8A363EE8E8}"/>
                </a:ext>
              </a:extLst>
            </p:cNvPr>
            <p:cNvSpPr/>
            <p:nvPr/>
          </p:nvSpPr>
          <p:spPr>
            <a:xfrm>
              <a:off x="4341922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17DFA32-C452-D432-AB79-955088988944}"/>
                </a:ext>
              </a:extLst>
            </p:cNvPr>
            <p:cNvSpPr/>
            <p:nvPr/>
          </p:nvSpPr>
          <p:spPr>
            <a:xfrm>
              <a:off x="5210818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B56153D-1DB2-B6A5-51BA-951266E09D8F}"/>
                </a:ext>
              </a:extLst>
            </p:cNvPr>
            <p:cNvSpPr/>
            <p:nvPr/>
          </p:nvSpPr>
          <p:spPr>
            <a:xfrm>
              <a:off x="4341922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C375627-1028-7FA9-FDF0-CA5970DB86E6}"/>
                </a:ext>
              </a:extLst>
            </p:cNvPr>
            <p:cNvSpPr/>
            <p:nvPr/>
          </p:nvSpPr>
          <p:spPr>
            <a:xfrm>
              <a:off x="5210818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BAE9CED-F2DD-1D38-F08F-B2E5D6DB9FF5}"/>
                </a:ext>
              </a:extLst>
            </p:cNvPr>
            <p:cNvSpPr/>
            <p:nvPr/>
          </p:nvSpPr>
          <p:spPr>
            <a:xfrm>
              <a:off x="6948675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275A18A0-3418-D293-FA7A-812CC923A322}"/>
                </a:ext>
              </a:extLst>
            </p:cNvPr>
            <p:cNvSpPr/>
            <p:nvPr/>
          </p:nvSpPr>
          <p:spPr>
            <a:xfrm>
              <a:off x="6079715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BBFD007-3C75-0173-A80D-E0A6316B04F6}"/>
                </a:ext>
              </a:extLst>
            </p:cNvPr>
            <p:cNvSpPr/>
            <p:nvPr/>
          </p:nvSpPr>
          <p:spPr>
            <a:xfrm>
              <a:off x="7817572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F2849B1B-EFCC-FC87-807E-FF8D909722D3}"/>
                </a:ext>
              </a:extLst>
            </p:cNvPr>
            <p:cNvSpPr/>
            <p:nvPr/>
          </p:nvSpPr>
          <p:spPr>
            <a:xfrm>
              <a:off x="6079715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38B2713-CC96-70C5-CE5C-2A241BCB77C9}"/>
                </a:ext>
              </a:extLst>
            </p:cNvPr>
            <p:cNvSpPr/>
            <p:nvPr/>
          </p:nvSpPr>
          <p:spPr>
            <a:xfrm>
              <a:off x="6948675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C392CCA2-E3F4-796E-285C-C209E2027911}"/>
                </a:ext>
              </a:extLst>
            </p:cNvPr>
            <p:cNvSpPr/>
            <p:nvPr/>
          </p:nvSpPr>
          <p:spPr>
            <a:xfrm>
              <a:off x="7817572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DA80E42C-BB4C-6747-04AC-AAE25572D0E3}"/>
                </a:ext>
              </a:extLst>
            </p:cNvPr>
            <p:cNvSpPr/>
            <p:nvPr/>
          </p:nvSpPr>
          <p:spPr>
            <a:xfrm>
              <a:off x="866272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993D6104-A8F8-7EDE-F828-F14A7EF18758}"/>
                </a:ext>
              </a:extLst>
            </p:cNvPr>
            <p:cNvSpPr/>
            <p:nvPr/>
          </p:nvSpPr>
          <p:spPr>
            <a:xfrm>
              <a:off x="2604128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84C69EC3-1D22-E0C1-72CE-552A179C0B86}"/>
                </a:ext>
              </a:extLst>
            </p:cNvPr>
            <p:cNvSpPr/>
            <p:nvPr/>
          </p:nvSpPr>
          <p:spPr>
            <a:xfrm>
              <a:off x="1735168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2674C7C-6BFB-0405-DAC8-913FBF2DEFC6}"/>
                </a:ext>
              </a:extLst>
            </p:cNvPr>
            <p:cNvSpPr/>
            <p:nvPr/>
          </p:nvSpPr>
          <p:spPr>
            <a:xfrm>
              <a:off x="3473025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7FD21353-A741-D076-14A5-87EC02E35D23}"/>
                </a:ext>
              </a:extLst>
            </p:cNvPr>
            <p:cNvSpPr/>
            <p:nvPr/>
          </p:nvSpPr>
          <p:spPr>
            <a:xfrm>
              <a:off x="4341922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283D2DE2-1931-6267-D8DD-1762D2E6A9F2}"/>
                </a:ext>
              </a:extLst>
            </p:cNvPr>
            <p:cNvSpPr/>
            <p:nvPr/>
          </p:nvSpPr>
          <p:spPr>
            <a:xfrm>
              <a:off x="5210818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B6DA3CB-48A1-8A84-6FB2-6BC58B682648}"/>
                </a:ext>
              </a:extLst>
            </p:cNvPr>
            <p:cNvSpPr/>
            <p:nvPr/>
          </p:nvSpPr>
          <p:spPr>
            <a:xfrm>
              <a:off x="6948675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6EA104E-353D-4F91-8B8D-662771227CDA}"/>
                </a:ext>
              </a:extLst>
            </p:cNvPr>
            <p:cNvSpPr/>
            <p:nvPr/>
          </p:nvSpPr>
          <p:spPr>
            <a:xfrm>
              <a:off x="6079715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165D82A9-23E8-9CD0-8D47-20A06EF13C5A}"/>
                </a:ext>
              </a:extLst>
            </p:cNvPr>
            <p:cNvSpPr/>
            <p:nvPr/>
          </p:nvSpPr>
          <p:spPr>
            <a:xfrm>
              <a:off x="7817572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337E17A3-0B8B-DADC-5D30-44718A6EF153}"/>
                </a:ext>
              </a:extLst>
            </p:cNvPr>
            <p:cNvSpPr/>
            <p:nvPr/>
          </p:nvSpPr>
          <p:spPr>
            <a:xfrm>
              <a:off x="866272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D31E9D22-113A-4110-33E0-84A23D32969D}"/>
                </a:ext>
              </a:extLst>
            </p:cNvPr>
            <p:cNvSpPr/>
            <p:nvPr/>
          </p:nvSpPr>
          <p:spPr>
            <a:xfrm>
              <a:off x="2604128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7EE13EF-EA4A-1949-B29D-46608E14267F}"/>
                </a:ext>
              </a:extLst>
            </p:cNvPr>
            <p:cNvSpPr/>
            <p:nvPr/>
          </p:nvSpPr>
          <p:spPr>
            <a:xfrm>
              <a:off x="1735168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91E63574-966E-43EB-CA0E-B185AB4FE337}"/>
                </a:ext>
              </a:extLst>
            </p:cNvPr>
            <p:cNvSpPr/>
            <p:nvPr/>
          </p:nvSpPr>
          <p:spPr>
            <a:xfrm>
              <a:off x="3473025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A1DE320F-4FA3-F700-7AE4-FCD2E50D059A}"/>
                </a:ext>
              </a:extLst>
            </p:cNvPr>
            <p:cNvSpPr/>
            <p:nvPr/>
          </p:nvSpPr>
          <p:spPr>
            <a:xfrm>
              <a:off x="4341922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7A296DE8-5F3D-C2EC-1618-04670CF4480C}"/>
                </a:ext>
              </a:extLst>
            </p:cNvPr>
            <p:cNvSpPr/>
            <p:nvPr/>
          </p:nvSpPr>
          <p:spPr>
            <a:xfrm>
              <a:off x="5210818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E327CAE4-6B9F-268C-AF68-15065DE4E663}"/>
                </a:ext>
              </a:extLst>
            </p:cNvPr>
            <p:cNvSpPr/>
            <p:nvPr/>
          </p:nvSpPr>
          <p:spPr>
            <a:xfrm>
              <a:off x="6948675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281ED410-07C9-8856-F9CC-E61517179384}"/>
                </a:ext>
              </a:extLst>
            </p:cNvPr>
            <p:cNvSpPr/>
            <p:nvPr/>
          </p:nvSpPr>
          <p:spPr>
            <a:xfrm>
              <a:off x="6079715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293C7BBC-4E79-E3ED-7147-035FB4FA5290}"/>
                </a:ext>
              </a:extLst>
            </p:cNvPr>
            <p:cNvSpPr/>
            <p:nvPr/>
          </p:nvSpPr>
          <p:spPr>
            <a:xfrm>
              <a:off x="7817572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59D1B4ED-840D-70B0-66B8-2C6246DCC779}"/>
                </a:ext>
              </a:extLst>
            </p:cNvPr>
            <p:cNvSpPr/>
            <p:nvPr/>
          </p:nvSpPr>
          <p:spPr>
            <a:xfrm>
              <a:off x="8686468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C7FE80CB-73F6-70E9-8E53-9EA889DE53C9}"/>
                </a:ext>
              </a:extLst>
            </p:cNvPr>
            <p:cNvSpPr/>
            <p:nvPr/>
          </p:nvSpPr>
          <p:spPr>
            <a:xfrm>
              <a:off x="9555365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8CA0CCF7-1173-F9AC-7C2B-6DC77DDD7A63}"/>
                </a:ext>
              </a:extLst>
            </p:cNvPr>
            <p:cNvSpPr/>
            <p:nvPr/>
          </p:nvSpPr>
          <p:spPr>
            <a:xfrm>
              <a:off x="10424262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E980B6E1-B429-652F-94E5-4FABEABC8F3F}"/>
                </a:ext>
              </a:extLst>
            </p:cNvPr>
            <p:cNvSpPr/>
            <p:nvPr/>
          </p:nvSpPr>
          <p:spPr>
            <a:xfrm>
              <a:off x="9555365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6FF3BD65-643B-418C-FA0A-3923AC6C4974}"/>
                </a:ext>
              </a:extLst>
            </p:cNvPr>
            <p:cNvSpPr/>
            <p:nvPr/>
          </p:nvSpPr>
          <p:spPr>
            <a:xfrm>
              <a:off x="8686468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B72172EA-16E8-2798-F6BB-724587249A0C}"/>
                </a:ext>
              </a:extLst>
            </p:cNvPr>
            <p:cNvSpPr/>
            <p:nvPr/>
          </p:nvSpPr>
          <p:spPr>
            <a:xfrm>
              <a:off x="10424262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9B9BD0AB-D15A-3A08-32E9-F42F2D023806}"/>
                </a:ext>
              </a:extLst>
            </p:cNvPr>
            <p:cNvSpPr/>
            <p:nvPr/>
          </p:nvSpPr>
          <p:spPr>
            <a:xfrm>
              <a:off x="9555365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32DC593-4D29-E160-9127-28A55D5B6777}"/>
                </a:ext>
              </a:extLst>
            </p:cNvPr>
            <p:cNvSpPr/>
            <p:nvPr/>
          </p:nvSpPr>
          <p:spPr>
            <a:xfrm>
              <a:off x="8686468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138ED0EB-F3BE-C81D-1D0A-3D1CF875CA71}"/>
                </a:ext>
              </a:extLst>
            </p:cNvPr>
            <p:cNvSpPr/>
            <p:nvPr/>
          </p:nvSpPr>
          <p:spPr>
            <a:xfrm>
              <a:off x="10424262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58DDE3D4-177D-C313-4388-5CFE90DF8F0D}"/>
                </a:ext>
              </a:extLst>
            </p:cNvPr>
            <p:cNvSpPr/>
            <p:nvPr/>
          </p:nvSpPr>
          <p:spPr>
            <a:xfrm>
              <a:off x="8686468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AEFD4D0D-9611-65F9-A52D-E95DABFB68D0}"/>
                </a:ext>
              </a:extLst>
            </p:cNvPr>
            <p:cNvSpPr/>
            <p:nvPr/>
          </p:nvSpPr>
          <p:spPr>
            <a:xfrm>
              <a:off x="9555365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4EF03F4-6A53-5019-3AB0-2D955A0CFD01}"/>
                </a:ext>
              </a:extLst>
            </p:cNvPr>
            <p:cNvSpPr/>
            <p:nvPr/>
          </p:nvSpPr>
          <p:spPr>
            <a:xfrm>
              <a:off x="10424262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D3736342-7E7D-D902-B391-8C69EA095948}"/>
                </a:ext>
              </a:extLst>
            </p:cNvPr>
            <p:cNvSpPr/>
            <p:nvPr/>
          </p:nvSpPr>
          <p:spPr>
            <a:xfrm>
              <a:off x="9555365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AD171573-D722-31D0-BAE3-C93297539AE9}"/>
                </a:ext>
              </a:extLst>
            </p:cNvPr>
            <p:cNvSpPr/>
            <p:nvPr/>
          </p:nvSpPr>
          <p:spPr>
            <a:xfrm>
              <a:off x="8686468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7B927E98-2E4E-4C20-0038-D510651AAEBF}"/>
                </a:ext>
              </a:extLst>
            </p:cNvPr>
            <p:cNvSpPr/>
            <p:nvPr/>
          </p:nvSpPr>
          <p:spPr>
            <a:xfrm>
              <a:off x="10424262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5220F64-C790-A369-A0CF-713575C18927}"/>
                </a:ext>
              </a:extLst>
            </p:cNvPr>
            <p:cNvSpPr/>
            <p:nvPr/>
          </p:nvSpPr>
          <p:spPr>
            <a:xfrm>
              <a:off x="9555365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00DA95AD-2ED5-C9F0-514A-F8A69881AB9A}"/>
                </a:ext>
              </a:extLst>
            </p:cNvPr>
            <p:cNvSpPr/>
            <p:nvPr/>
          </p:nvSpPr>
          <p:spPr>
            <a:xfrm>
              <a:off x="8686468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B73FFC4-B5E0-CBE4-7734-EC5A39D8A448}"/>
                </a:ext>
              </a:extLst>
            </p:cNvPr>
            <p:cNvSpPr/>
            <p:nvPr/>
          </p:nvSpPr>
          <p:spPr>
            <a:xfrm>
              <a:off x="10424262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08783EC-D9EB-562C-612B-9C766ACF28B8}"/>
                </a:ext>
              </a:extLst>
            </p:cNvPr>
            <p:cNvSpPr/>
            <p:nvPr/>
          </p:nvSpPr>
          <p:spPr>
            <a:xfrm>
              <a:off x="866272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FAFE5B3A-7529-BCD7-46D2-2C3F0CAB73F2}"/>
                </a:ext>
              </a:extLst>
            </p:cNvPr>
            <p:cNvSpPr/>
            <p:nvPr/>
          </p:nvSpPr>
          <p:spPr>
            <a:xfrm>
              <a:off x="2604128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595407C8-631D-4FFD-EDA6-05B971BAD58A}"/>
                </a:ext>
              </a:extLst>
            </p:cNvPr>
            <p:cNvSpPr/>
            <p:nvPr/>
          </p:nvSpPr>
          <p:spPr>
            <a:xfrm>
              <a:off x="1735168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2BDE6E85-2981-5C48-B413-1D3E814C8222}"/>
                </a:ext>
              </a:extLst>
            </p:cNvPr>
            <p:cNvSpPr/>
            <p:nvPr/>
          </p:nvSpPr>
          <p:spPr>
            <a:xfrm>
              <a:off x="3473025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C616526F-8946-5767-5FDC-62539E32E8A2}"/>
                </a:ext>
              </a:extLst>
            </p:cNvPr>
            <p:cNvSpPr/>
            <p:nvPr/>
          </p:nvSpPr>
          <p:spPr>
            <a:xfrm>
              <a:off x="4341922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799F4002-6244-6AA4-4F8A-F3AC3989119D}"/>
                </a:ext>
              </a:extLst>
            </p:cNvPr>
            <p:cNvSpPr/>
            <p:nvPr/>
          </p:nvSpPr>
          <p:spPr>
            <a:xfrm>
              <a:off x="5210818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BF0BC47F-86E5-C316-75AD-6F8844BB4983}"/>
                </a:ext>
              </a:extLst>
            </p:cNvPr>
            <p:cNvSpPr/>
            <p:nvPr/>
          </p:nvSpPr>
          <p:spPr>
            <a:xfrm>
              <a:off x="6948675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857564F1-2B3B-00DE-B4E1-75CFA20AF261}"/>
                </a:ext>
              </a:extLst>
            </p:cNvPr>
            <p:cNvSpPr/>
            <p:nvPr/>
          </p:nvSpPr>
          <p:spPr>
            <a:xfrm>
              <a:off x="6079715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E30CD07A-FF37-397A-7F8D-C38A619E7083}"/>
                </a:ext>
              </a:extLst>
            </p:cNvPr>
            <p:cNvSpPr/>
            <p:nvPr/>
          </p:nvSpPr>
          <p:spPr>
            <a:xfrm>
              <a:off x="7817572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191BEE76-3F7D-0A5C-EA83-27F9B9566C06}"/>
                </a:ext>
              </a:extLst>
            </p:cNvPr>
            <p:cNvSpPr/>
            <p:nvPr/>
          </p:nvSpPr>
          <p:spPr>
            <a:xfrm>
              <a:off x="9555365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906040DD-F25B-3665-BB5C-B54BBE912EED}"/>
                </a:ext>
              </a:extLst>
            </p:cNvPr>
            <p:cNvSpPr/>
            <p:nvPr/>
          </p:nvSpPr>
          <p:spPr>
            <a:xfrm>
              <a:off x="8686468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DF16EDEA-2B64-C0E1-C233-5DC10C06068D}"/>
                </a:ext>
              </a:extLst>
            </p:cNvPr>
            <p:cNvSpPr/>
            <p:nvPr/>
          </p:nvSpPr>
          <p:spPr>
            <a:xfrm>
              <a:off x="10424262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2FAD0AF9-D393-2344-B635-48ED0BAD0BBC}"/>
                </a:ext>
              </a:extLst>
            </p:cNvPr>
            <p:cNvSpPr/>
            <p:nvPr/>
          </p:nvSpPr>
          <p:spPr>
            <a:xfrm>
              <a:off x="11293222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C2B8BC7C-4F46-C567-7117-CC1E2D688053}"/>
                </a:ext>
              </a:extLst>
            </p:cNvPr>
            <p:cNvSpPr/>
            <p:nvPr/>
          </p:nvSpPr>
          <p:spPr>
            <a:xfrm>
              <a:off x="11293222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E635F6A4-F018-5ADE-DCA2-14391C172AE4}"/>
                </a:ext>
              </a:extLst>
            </p:cNvPr>
            <p:cNvSpPr/>
            <p:nvPr/>
          </p:nvSpPr>
          <p:spPr>
            <a:xfrm>
              <a:off x="11293222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98468835-2817-FC40-0661-F6BC40E36FA1}"/>
                </a:ext>
              </a:extLst>
            </p:cNvPr>
            <p:cNvSpPr/>
            <p:nvPr/>
          </p:nvSpPr>
          <p:spPr>
            <a:xfrm>
              <a:off x="11293222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2A979EF2-4503-F765-31FD-EAA1F3FDCB37}"/>
                </a:ext>
              </a:extLst>
            </p:cNvPr>
            <p:cNvSpPr/>
            <p:nvPr/>
          </p:nvSpPr>
          <p:spPr>
            <a:xfrm>
              <a:off x="11293222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6B59C850-0252-46F5-77DE-FC22CDD5A961}"/>
                </a:ext>
              </a:extLst>
            </p:cNvPr>
            <p:cNvSpPr/>
            <p:nvPr/>
          </p:nvSpPr>
          <p:spPr>
            <a:xfrm>
              <a:off x="11293222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FF308EE0-9A1F-FA3C-B594-379DF55487FF}"/>
                </a:ext>
              </a:extLst>
            </p:cNvPr>
            <p:cNvSpPr/>
            <p:nvPr/>
          </p:nvSpPr>
          <p:spPr>
            <a:xfrm>
              <a:off x="11293222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32CD1E55-5709-8F9E-09AA-DE5DC2E878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637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 and Small Heading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CF69B21-0340-E86D-893B-7AD6D1F69C3E}"/>
              </a:ext>
            </a:extLst>
          </p:cNvPr>
          <p:cNvGrpSpPr/>
          <p:nvPr userDrawn="1"/>
        </p:nvGrpSpPr>
        <p:grpSpPr>
          <a:xfrm>
            <a:off x="865148" y="806488"/>
            <a:ext cx="10461705" cy="5245024"/>
            <a:chOff x="866272" y="818764"/>
            <a:chExt cx="10461705" cy="5245024"/>
          </a:xfrm>
          <a:solidFill>
            <a:schemeClr val="bg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1967D7B-F50F-FB89-EC16-68243C1E6244}"/>
                </a:ext>
              </a:extLst>
            </p:cNvPr>
            <p:cNvSpPr/>
            <p:nvPr/>
          </p:nvSpPr>
          <p:spPr>
            <a:xfrm>
              <a:off x="866272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37A8C74-BA12-23C6-0BE5-A32E032C958A}"/>
                </a:ext>
              </a:extLst>
            </p:cNvPr>
            <p:cNvSpPr/>
            <p:nvPr/>
          </p:nvSpPr>
          <p:spPr>
            <a:xfrm>
              <a:off x="1735168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66295D7-C49A-C6C6-AF75-64A1E1D4A33F}"/>
                </a:ext>
              </a:extLst>
            </p:cNvPr>
            <p:cNvSpPr/>
            <p:nvPr/>
          </p:nvSpPr>
          <p:spPr>
            <a:xfrm>
              <a:off x="2604128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B28386C-2023-FA4A-BDBD-27709B0EEF56}"/>
                </a:ext>
              </a:extLst>
            </p:cNvPr>
            <p:cNvSpPr/>
            <p:nvPr/>
          </p:nvSpPr>
          <p:spPr>
            <a:xfrm>
              <a:off x="3473025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2210A93-9E90-F79A-CFA4-B4350A7C980B}"/>
                </a:ext>
              </a:extLst>
            </p:cNvPr>
            <p:cNvSpPr/>
            <p:nvPr/>
          </p:nvSpPr>
          <p:spPr>
            <a:xfrm>
              <a:off x="866272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3031B85-75A9-E212-0518-0A60F27B0B22}"/>
                </a:ext>
              </a:extLst>
            </p:cNvPr>
            <p:cNvSpPr/>
            <p:nvPr/>
          </p:nvSpPr>
          <p:spPr>
            <a:xfrm>
              <a:off x="2604128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B43B193-1B8B-3A28-DBB5-15A39C0DFCDE}"/>
                </a:ext>
              </a:extLst>
            </p:cNvPr>
            <p:cNvSpPr/>
            <p:nvPr/>
          </p:nvSpPr>
          <p:spPr>
            <a:xfrm>
              <a:off x="1735168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C4DC33E3-00D3-32C8-92C2-6F85B4E8185D}"/>
                </a:ext>
              </a:extLst>
            </p:cNvPr>
            <p:cNvSpPr/>
            <p:nvPr/>
          </p:nvSpPr>
          <p:spPr>
            <a:xfrm>
              <a:off x="3473025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7D33D50-9A4B-E51D-8320-7FFB14EC8596}"/>
                </a:ext>
              </a:extLst>
            </p:cNvPr>
            <p:cNvSpPr/>
            <p:nvPr/>
          </p:nvSpPr>
          <p:spPr>
            <a:xfrm>
              <a:off x="4341922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A4B7452-B9A8-40E8-3A91-51A83FE53DB3}"/>
                </a:ext>
              </a:extLst>
            </p:cNvPr>
            <p:cNvSpPr/>
            <p:nvPr/>
          </p:nvSpPr>
          <p:spPr>
            <a:xfrm>
              <a:off x="5210818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7C77EAA-5960-2AD8-C900-3968F72F2186}"/>
                </a:ext>
              </a:extLst>
            </p:cNvPr>
            <p:cNvSpPr/>
            <p:nvPr/>
          </p:nvSpPr>
          <p:spPr>
            <a:xfrm>
              <a:off x="6079715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0064DD0-AC0A-507B-3E17-2CA1E911DFB5}"/>
                </a:ext>
              </a:extLst>
            </p:cNvPr>
            <p:cNvSpPr/>
            <p:nvPr/>
          </p:nvSpPr>
          <p:spPr>
            <a:xfrm>
              <a:off x="6948675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9CDB0BE-BCA2-8B1D-C79C-843B11E52D28}"/>
                </a:ext>
              </a:extLst>
            </p:cNvPr>
            <p:cNvSpPr/>
            <p:nvPr/>
          </p:nvSpPr>
          <p:spPr>
            <a:xfrm>
              <a:off x="7817572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008B951-19F0-96C6-2705-CB7EF1C1DA91}"/>
                </a:ext>
              </a:extLst>
            </p:cNvPr>
            <p:cNvSpPr/>
            <p:nvPr/>
          </p:nvSpPr>
          <p:spPr>
            <a:xfrm>
              <a:off x="4341922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3402082-BE8D-A840-666C-1D82733B9568}"/>
                </a:ext>
              </a:extLst>
            </p:cNvPr>
            <p:cNvSpPr/>
            <p:nvPr/>
          </p:nvSpPr>
          <p:spPr>
            <a:xfrm>
              <a:off x="5210818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3A5C5BB-E37F-A2CD-FAAD-BF81FE1A355E}"/>
                </a:ext>
              </a:extLst>
            </p:cNvPr>
            <p:cNvSpPr/>
            <p:nvPr/>
          </p:nvSpPr>
          <p:spPr>
            <a:xfrm>
              <a:off x="6948675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26D08CA-9886-2474-FD53-95A35C64120E}"/>
                </a:ext>
              </a:extLst>
            </p:cNvPr>
            <p:cNvSpPr/>
            <p:nvPr/>
          </p:nvSpPr>
          <p:spPr>
            <a:xfrm>
              <a:off x="6079715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8EEC6843-B8E5-51F2-C9F7-861C65F445CB}"/>
                </a:ext>
              </a:extLst>
            </p:cNvPr>
            <p:cNvSpPr/>
            <p:nvPr/>
          </p:nvSpPr>
          <p:spPr>
            <a:xfrm>
              <a:off x="7817572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FC7D316-D76A-A3FE-3E3F-E777E857A7B8}"/>
                </a:ext>
              </a:extLst>
            </p:cNvPr>
            <p:cNvSpPr/>
            <p:nvPr/>
          </p:nvSpPr>
          <p:spPr>
            <a:xfrm>
              <a:off x="866272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4B5496B-5B74-2164-512C-EA8487DC7D61}"/>
                </a:ext>
              </a:extLst>
            </p:cNvPr>
            <p:cNvSpPr/>
            <p:nvPr/>
          </p:nvSpPr>
          <p:spPr>
            <a:xfrm>
              <a:off x="866272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2C6F19D-F4E1-D2B1-BA27-F2BE0C64BDF0}"/>
                </a:ext>
              </a:extLst>
            </p:cNvPr>
            <p:cNvSpPr/>
            <p:nvPr/>
          </p:nvSpPr>
          <p:spPr>
            <a:xfrm>
              <a:off x="2604128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CE8C04A2-8051-A5DE-78C2-039C7CEF6EAA}"/>
                </a:ext>
              </a:extLst>
            </p:cNvPr>
            <p:cNvSpPr/>
            <p:nvPr/>
          </p:nvSpPr>
          <p:spPr>
            <a:xfrm>
              <a:off x="1735168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E65754B-02DD-1D39-47FC-CA3944E47C2E}"/>
                </a:ext>
              </a:extLst>
            </p:cNvPr>
            <p:cNvSpPr/>
            <p:nvPr/>
          </p:nvSpPr>
          <p:spPr>
            <a:xfrm>
              <a:off x="3473025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8C26F80-4F9D-377F-A202-08011368FBB0}"/>
                </a:ext>
              </a:extLst>
            </p:cNvPr>
            <p:cNvSpPr/>
            <p:nvPr/>
          </p:nvSpPr>
          <p:spPr>
            <a:xfrm>
              <a:off x="1735168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4B0921D4-6ED0-BC70-5E33-BADE12E60E9C}"/>
                </a:ext>
              </a:extLst>
            </p:cNvPr>
            <p:cNvSpPr/>
            <p:nvPr/>
          </p:nvSpPr>
          <p:spPr>
            <a:xfrm>
              <a:off x="2604128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ACBC0817-42EA-CADF-9B21-C4A489618466}"/>
                </a:ext>
              </a:extLst>
            </p:cNvPr>
            <p:cNvSpPr/>
            <p:nvPr/>
          </p:nvSpPr>
          <p:spPr>
            <a:xfrm>
              <a:off x="3473025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949C9166-4D8A-124A-6025-CF8A363EE8E8}"/>
                </a:ext>
              </a:extLst>
            </p:cNvPr>
            <p:cNvSpPr/>
            <p:nvPr/>
          </p:nvSpPr>
          <p:spPr>
            <a:xfrm>
              <a:off x="4341922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17DFA32-C452-D432-AB79-955088988944}"/>
                </a:ext>
              </a:extLst>
            </p:cNvPr>
            <p:cNvSpPr/>
            <p:nvPr/>
          </p:nvSpPr>
          <p:spPr>
            <a:xfrm>
              <a:off x="5210818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0B56153D-1DB2-B6A5-51BA-951266E09D8F}"/>
                </a:ext>
              </a:extLst>
            </p:cNvPr>
            <p:cNvSpPr/>
            <p:nvPr/>
          </p:nvSpPr>
          <p:spPr>
            <a:xfrm>
              <a:off x="4341922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C375627-1028-7FA9-FDF0-CA5970DB86E6}"/>
                </a:ext>
              </a:extLst>
            </p:cNvPr>
            <p:cNvSpPr/>
            <p:nvPr/>
          </p:nvSpPr>
          <p:spPr>
            <a:xfrm>
              <a:off x="5210818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BAE9CED-F2DD-1D38-F08F-B2E5D6DB9FF5}"/>
                </a:ext>
              </a:extLst>
            </p:cNvPr>
            <p:cNvSpPr/>
            <p:nvPr/>
          </p:nvSpPr>
          <p:spPr>
            <a:xfrm>
              <a:off x="6948675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275A18A0-3418-D293-FA7A-812CC923A322}"/>
                </a:ext>
              </a:extLst>
            </p:cNvPr>
            <p:cNvSpPr/>
            <p:nvPr/>
          </p:nvSpPr>
          <p:spPr>
            <a:xfrm>
              <a:off x="6079715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BBFD007-3C75-0173-A80D-E0A6316B04F6}"/>
                </a:ext>
              </a:extLst>
            </p:cNvPr>
            <p:cNvSpPr/>
            <p:nvPr/>
          </p:nvSpPr>
          <p:spPr>
            <a:xfrm>
              <a:off x="7817572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F2849B1B-EFCC-FC87-807E-FF8D909722D3}"/>
                </a:ext>
              </a:extLst>
            </p:cNvPr>
            <p:cNvSpPr/>
            <p:nvPr/>
          </p:nvSpPr>
          <p:spPr>
            <a:xfrm>
              <a:off x="6079715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38B2713-CC96-70C5-CE5C-2A241BCB77C9}"/>
                </a:ext>
              </a:extLst>
            </p:cNvPr>
            <p:cNvSpPr/>
            <p:nvPr/>
          </p:nvSpPr>
          <p:spPr>
            <a:xfrm>
              <a:off x="6948675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C392CCA2-E3F4-796E-285C-C209E2027911}"/>
                </a:ext>
              </a:extLst>
            </p:cNvPr>
            <p:cNvSpPr/>
            <p:nvPr/>
          </p:nvSpPr>
          <p:spPr>
            <a:xfrm>
              <a:off x="7817572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DA80E42C-BB4C-6747-04AC-AAE25572D0E3}"/>
                </a:ext>
              </a:extLst>
            </p:cNvPr>
            <p:cNvSpPr/>
            <p:nvPr/>
          </p:nvSpPr>
          <p:spPr>
            <a:xfrm>
              <a:off x="866272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993D6104-A8F8-7EDE-F828-F14A7EF18758}"/>
                </a:ext>
              </a:extLst>
            </p:cNvPr>
            <p:cNvSpPr/>
            <p:nvPr/>
          </p:nvSpPr>
          <p:spPr>
            <a:xfrm>
              <a:off x="2604128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84C69EC3-1D22-E0C1-72CE-552A179C0B86}"/>
                </a:ext>
              </a:extLst>
            </p:cNvPr>
            <p:cNvSpPr/>
            <p:nvPr/>
          </p:nvSpPr>
          <p:spPr>
            <a:xfrm>
              <a:off x="1735168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82674C7C-6BFB-0405-DAC8-913FBF2DEFC6}"/>
                </a:ext>
              </a:extLst>
            </p:cNvPr>
            <p:cNvSpPr/>
            <p:nvPr/>
          </p:nvSpPr>
          <p:spPr>
            <a:xfrm>
              <a:off x="3473025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7FD21353-A741-D076-14A5-87EC02E35D23}"/>
                </a:ext>
              </a:extLst>
            </p:cNvPr>
            <p:cNvSpPr/>
            <p:nvPr/>
          </p:nvSpPr>
          <p:spPr>
            <a:xfrm>
              <a:off x="4341922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283D2DE2-1931-6267-D8DD-1762D2E6A9F2}"/>
                </a:ext>
              </a:extLst>
            </p:cNvPr>
            <p:cNvSpPr/>
            <p:nvPr/>
          </p:nvSpPr>
          <p:spPr>
            <a:xfrm>
              <a:off x="5210818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B6DA3CB-48A1-8A84-6FB2-6BC58B682648}"/>
                </a:ext>
              </a:extLst>
            </p:cNvPr>
            <p:cNvSpPr/>
            <p:nvPr/>
          </p:nvSpPr>
          <p:spPr>
            <a:xfrm>
              <a:off x="6948675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6EA104E-353D-4F91-8B8D-662771227CDA}"/>
                </a:ext>
              </a:extLst>
            </p:cNvPr>
            <p:cNvSpPr/>
            <p:nvPr/>
          </p:nvSpPr>
          <p:spPr>
            <a:xfrm>
              <a:off x="6079715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165D82A9-23E8-9CD0-8D47-20A06EF13C5A}"/>
                </a:ext>
              </a:extLst>
            </p:cNvPr>
            <p:cNvSpPr/>
            <p:nvPr/>
          </p:nvSpPr>
          <p:spPr>
            <a:xfrm>
              <a:off x="7817572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337E17A3-0B8B-DADC-5D30-44718A6EF153}"/>
                </a:ext>
              </a:extLst>
            </p:cNvPr>
            <p:cNvSpPr/>
            <p:nvPr/>
          </p:nvSpPr>
          <p:spPr>
            <a:xfrm>
              <a:off x="866272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D31E9D22-113A-4110-33E0-84A23D32969D}"/>
                </a:ext>
              </a:extLst>
            </p:cNvPr>
            <p:cNvSpPr/>
            <p:nvPr/>
          </p:nvSpPr>
          <p:spPr>
            <a:xfrm>
              <a:off x="2604128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7EE13EF-EA4A-1949-B29D-46608E14267F}"/>
                </a:ext>
              </a:extLst>
            </p:cNvPr>
            <p:cNvSpPr/>
            <p:nvPr/>
          </p:nvSpPr>
          <p:spPr>
            <a:xfrm>
              <a:off x="1735168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91E63574-966E-43EB-CA0E-B185AB4FE337}"/>
                </a:ext>
              </a:extLst>
            </p:cNvPr>
            <p:cNvSpPr/>
            <p:nvPr/>
          </p:nvSpPr>
          <p:spPr>
            <a:xfrm>
              <a:off x="3473025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59D1B4ED-840D-70B0-66B8-2C6246DCC779}"/>
                </a:ext>
              </a:extLst>
            </p:cNvPr>
            <p:cNvSpPr/>
            <p:nvPr/>
          </p:nvSpPr>
          <p:spPr>
            <a:xfrm>
              <a:off x="8686468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C7FE80CB-73F6-70E9-8E53-9EA889DE53C9}"/>
                </a:ext>
              </a:extLst>
            </p:cNvPr>
            <p:cNvSpPr/>
            <p:nvPr/>
          </p:nvSpPr>
          <p:spPr>
            <a:xfrm>
              <a:off x="9555365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8CA0CCF7-1173-F9AC-7C2B-6DC77DDD7A63}"/>
                </a:ext>
              </a:extLst>
            </p:cNvPr>
            <p:cNvSpPr/>
            <p:nvPr/>
          </p:nvSpPr>
          <p:spPr>
            <a:xfrm>
              <a:off x="10424262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E980B6E1-B429-652F-94E5-4FABEABC8F3F}"/>
                </a:ext>
              </a:extLst>
            </p:cNvPr>
            <p:cNvSpPr/>
            <p:nvPr/>
          </p:nvSpPr>
          <p:spPr>
            <a:xfrm>
              <a:off x="9555365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6FF3BD65-643B-418C-FA0A-3923AC6C4974}"/>
                </a:ext>
              </a:extLst>
            </p:cNvPr>
            <p:cNvSpPr/>
            <p:nvPr/>
          </p:nvSpPr>
          <p:spPr>
            <a:xfrm>
              <a:off x="8686468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B72172EA-16E8-2798-F6BB-724587249A0C}"/>
                </a:ext>
              </a:extLst>
            </p:cNvPr>
            <p:cNvSpPr/>
            <p:nvPr/>
          </p:nvSpPr>
          <p:spPr>
            <a:xfrm>
              <a:off x="10424262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9B9BD0AB-D15A-3A08-32E9-F42F2D023806}"/>
                </a:ext>
              </a:extLst>
            </p:cNvPr>
            <p:cNvSpPr/>
            <p:nvPr/>
          </p:nvSpPr>
          <p:spPr>
            <a:xfrm>
              <a:off x="9555365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32DC593-4D29-E160-9127-28A55D5B6777}"/>
                </a:ext>
              </a:extLst>
            </p:cNvPr>
            <p:cNvSpPr/>
            <p:nvPr/>
          </p:nvSpPr>
          <p:spPr>
            <a:xfrm>
              <a:off x="8686468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138ED0EB-F3BE-C81D-1D0A-3D1CF875CA71}"/>
                </a:ext>
              </a:extLst>
            </p:cNvPr>
            <p:cNvSpPr/>
            <p:nvPr/>
          </p:nvSpPr>
          <p:spPr>
            <a:xfrm>
              <a:off x="10424262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58DDE3D4-177D-C313-4388-5CFE90DF8F0D}"/>
                </a:ext>
              </a:extLst>
            </p:cNvPr>
            <p:cNvSpPr/>
            <p:nvPr/>
          </p:nvSpPr>
          <p:spPr>
            <a:xfrm>
              <a:off x="8686468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AEFD4D0D-9611-65F9-A52D-E95DABFB68D0}"/>
                </a:ext>
              </a:extLst>
            </p:cNvPr>
            <p:cNvSpPr/>
            <p:nvPr/>
          </p:nvSpPr>
          <p:spPr>
            <a:xfrm>
              <a:off x="9555365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4EF03F4-6A53-5019-3AB0-2D955A0CFD01}"/>
                </a:ext>
              </a:extLst>
            </p:cNvPr>
            <p:cNvSpPr/>
            <p:nvPr/>
          </p:nvSpPr>
          <p:spPr>
            <a:xfrm>
              <a:off x="10424262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D3736342-7E7D-D902-B391-8C69EA095948}"/>
                </a:ext>
              </a:extLst>
            </p:cNvPr>
            <p:cNvSpPr/>
            <p:nvPr/>
          </p:nvSpPr>
          <p:spPr>
            <a:xfrm>
              <a:off x="9555365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AD171573-D722-31D0-BAE3-C93297539AE9}"/>
                </a:ext>
              </a:extLst>
            </p:cNvPr>
            <p:cNvSpPr/>
            <p:nvPr/>
          </p:nvSpPr>
          <p:spPr>
            <a:xfrm>
              <a:off x="8686468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7B927E98-2E4E-4C20-0038-D510651AAEBF}"/>
                </a:ext>
              </a:extLst>
            </p:cNvPr>
            <p:cNvSpPr/>
            <p:nvPr/>
          </p:nvSpPr>
          <p:spPr>
            <a:xfrm>
              <a:off x="10424262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5220F64-C790-A369-A0CF-713575C18927}"/>
                </a:ext>
              </a:extLst>
            </p:cNvPr>
            <p:cNvSpPr/>
            <p:nvPr/>
          </p:nvSpPr>
          <p:spPr>
            <a:xfrm>
              <a:off x="9555365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00DA95AD-2ED5-C9F0-514A-F8A69881AB9A}"/>
                </a:ext>
              </a:extLst>
            </p:cNvPr>
            <p:cNvSpPr/>
            <p:nvPr/>
          </p:nvSpPr>
          <p:spPr>
            <a:xfrm>
              <a:off x="8686468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B73FFC4-B5E0-CBE4-7734-EC5A39D8A448}"/>
                </a:ext>
              </a:extLst>
            </p:cNvPr>
            <p:cNvSpPr/>
            <p:nvPr/>
          </p:nvSpPr>
          <p:spPr>
            <a:xfrm>
              <a:off x="10424262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08783EC-D9EB-562C-612B-9C766ACF28B8}"/>
                </a:ext>
              </a:extLst>
            </p:cNvPr>
            <p:cNvSpPr/>
            <p:nvPr/>
          </p:nvSpPr>
          <p:spPr>
            <a:xfrm>
              <a:off x="866272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FAFE5B3A-7529-BCD7-46D2-2C3F0CAB73F2}"/>
                </a:ext>
              </a:extLst>
            </p:cNvPr>
            <p:cNvSpPr/>
            <p:nvPr/>
          </p:nvSpPr>
          <p:spPr>
            <a:xfrm>
              <a:off x="2604128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595407C8-631D-4FFD-EDA6-05B971BAD58A}"/>
                </a:ext>
              </a:extLst>
            </p:cNvPr>
            <p:cNvSpPr/>
            <p:nvPr/>
          </p:nvSpPr>
          <p:spPr>
            <a:xfrm>
              <a:off x="1735168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2BDE6E85-2981-5C48-B413-1D3E814C8222}"/>
                </a:ext>
              </a:extLst>
            </p:cNvPr>
            <p:cNvSpPr/>
            <p:nvPr/>
          </p:nvSpPr>
          <p:spPr>
            <a:xfrm>
              <a:off x="3473025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C616526F-8946-5767-5FDC-62539E32E8A2}"/>
                </a:ext>
              </a:extLst>
            </p:cNvPr>
            <p:cNvSpPr/>
            <p:nvPr/>
          </p:nvSpPr>
          <p:spPr>
            <a:xfrm>
              <a:off x="4341922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799F4002-6244-6AA4-4F8A-F3AC3989119D}"/>
                </a:ext>
              </a:extLst>
            </p:cNvPr>
            <p:cNvSpPr/>
            <p:nvPr/>
          </p:nvSpPr>
          <p:spPr>
            <a:xfrm>
              <a:off x="5210818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BF0BC47F-86E5-C316-75AD-6F8844BB4983}"/>
                </a:ext>
              </a:extLst>
            </p:cNvPr>
            <p:cNvSpPr/>
            <p:nvPr/>
          </p:nvSpPr>
          <p:spPr>
            <a:xfrm>
              <a:off x="6948675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857564F1-2B3B-00DE-B4E1-75CFA20AF261}"/>
                </a:ext>
              </a:extLst>
            </p:cNvPr>
            <p:cNvSpPr/>
            <p:nvPr/>
          </p:nvSpPr>
          <p:spPr>
            <a:xfrm>
              <a:off x="6079715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E30CD07A-FF37-397A-7F8D-C38A619E7083}"/>
                </a:ext>
              </a:extLst>
            </p:cNvPr>
            <p:cNvSpPr/>
            <p:nvPr/>
          </p:nvSpPr>
          <p:spPr>
            <a:xfrm>
              <a:off x="7817572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191BEE76-3F7D-0A5C-EA83-27F9B9566C06}"/>
                </a:ext>
              </a:extLst>
            </p:cNvPr>
            <p:cNvSpPr/>
            <p:nvPr/>
          </p:nvSpPr>
          <p:spPr>
            <a:xfrm>
              <a:off x="9555365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906040DD-F25B-3665-BB5C-B54BBE912EED}"/>
                </a:ext>
              </a:extLst>
            </p:cNvPr>
            <p:cNvSpPr/>
            <p:nvPr/>
          </p:nvSpPr>
          <p:spPr>
            <a:xfrm>
              <a:off x="8686468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DF16EDEA-2B64-C0E1-C233-5DC10C06068D}"/>
                </a:ext>
              </a:extLst>
            </p:cNvPr>
            <p:cNvSpPr/>
            <p:nvPr/>
          </p:nvSpPr>
          <p:spPr>
            <a:xfrm>
              <a:off x="10424262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2FAD0AF9-D393-2344-B635-48ED0BAD0BBC}"/>
                </a:ext>
              </a:extLst>
            </p:cNvPr>
            <p:cNvSpPr/>
            <p:nvPr/>
          </p:nvSpPr>
          <p:spPr>
            <a:xfrm>
              <a:off x="11293222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C2B8BC7C-4F46-C567-7117-CC1E2D688053}"/>
                </a:ext>
              </a:extLst>
            </p:cNvPr>
            <p:cNvSpPr/>
            <p:nvPr/>
          </p:nvSpPr>
          <p:spPr>
            <a:xfrm>
              <a:off x="11293222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E635F6A4-F018-5ADE-DCA2-14391C172AE4}"/>
                </a:ext>
              </a:extLst>
            </p:cNvPr>
            <p:cNvSpPr/>
            <p:nvPr/>
          </p:nvSpPr>
          <p:spPr>
            <a:xfrm>
              <a:off x="11293222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98468835-2817-FC40-0661-F6BC40E36FA1}"/>
                </a:ext>
              </a:extLst>
            </p:cNvPr>
            <p:cNvSpPr/>
            <p:nvPr/>
          </p:nvSpPr>
          <p:spPr>
            <a:xfrm>
              <a:off x="11293222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2A979EF2-4503-F765-31FD-EAA1F3FDCB37}"/>
                </a:ext>
              </a:extLst>
            </p:cNvPr>
            <p:cNvSpPr/>
            <p:nvPr/>
          </p:nvSpPr>
          <p:spPr>
            <a:xfrm>
              <a:off x="11293222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6B59C850-0252-46F5-77DE-FC22CDD5A961}"/>
                </a:ext>
              </a:extLst>
            </p:cNvPr>
            <p:cNvSpPr/>
            <p:nvPr/>
          </p:nvSpPr>
          <p:spPr>
            <a:xfrm>
              <a:off x="11293222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FF308EE0-9A1F-FA3C-B594-379DF55487FF}"/>
                </a:ext>
              </a:extLst>
            </p:cNvPr>
            <p:cNvSpPr/>
            <p:nvPr/>
          </p:nvSpPr>
          <p:spPr>
            <a:xfrm>
              <a:off x="11293222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2CF7CBD5-03CD-84E8-EC15-ABF48877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148" y="4293013"/>
            <a:ext cx="5221705" cy="1752855"/>
          </a:xfrm>
        </p:spPr>
        <p:txBody>
          <a:bodyPr anchor="ctr" anchorCtr="0"/>
          <a:lstStyle>
            <a:lvl1pPr algn="ctr">
              <a:defRPr sz="2500" b="1" i="0" cap="all" baseline="0">
                <a:solidFill>
                  <a:schemeClr val="bg1"/>
                </a:solidFill>
                <a:latin typeface="Toyota Type Semibold" panose="020B0502020202020204" pitchFamily="34" charset="0"/>
                <a:cs typeface="Toyota Type Semibold" panose="020B0502020202020204" pitchFamily="34" charset="0"/>
              </a:defRPr>
            </a:lvl1pPr>
          </a:lstStyle>
          <a:p>
            <a:r>
              <a:rPr lang="en-GB"/>
              <a:t>Click to edit Master title</a:t>
            </a:r>
            <a:endParaRPr lang="en-US"/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501DA882-7FEF-3DB1-0175-B21A8FBF3E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911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8439" y="1542332"/>
            <a:ext cx="4391235" cy="7557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7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F1B1B-4CBE-29C9-2336-FE1020CC7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243" y="2319243"/>
            <a:ext cx="4399462" cy="1013506"/>
          </a:xfrm>
        </p:spPr>
        <p:txBody>
          <a:bodyPr anchor="t" anchorCtr="0"/>
          <a:lstStyle>
            <a:lvl1pPr marL="712788" indent="-712788" algn="l">
              <a:spcBef>
                <a:spcPts val="0"/>
              </a:spcBef>
              <a:spcAft>
                <a:spcPts val="2400"/>
              </a:spcAft>
              <a:buNone/>
              <a:tabLst>
                <a:tab pos="706438" algn="l"/>
              </a:tabLst>
              <a:defRPr sz="12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38793774-506D-CFFF-C44D-AF4916C514C7}"/>
              </a:ext>
            </a:extLst>
          </p:cNvPr>
          <p:cNvSpPr/>
          <p:nvPr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accent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97A266-833C-ABFA-8FD4-001D59E195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25196B8-434F-0F9C-1644-082075E54283}"/>
              </a:ext>
            </a:extLst>
          </p:cNvPr>
          <p:cNvGrpSpPr/>
          <p:nvPr userDrawn="1"/>
        </p:nvGrpSpPr>
        <p:grpSpPr>
          <a:xfrm>
            <a:off x="865148" y="806488"/>
            <a:ext cx="10461705" cy="5245024"/>
            <a:chOff x="866272" y="818764"/>
            <a:chExt cx="10461705" cy="5245024"/>
          </a:xfrm>
          <a:solidFill>
            <a:schemeClr val="accent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B7ED236-648C-F0FD-AEB0-984992AF2530}"/>
                </a:ext>
              </a:extLst>
            </p:cNvPr>
            <p:cNvSpPr/>
            <p:nvPr/>
          </p:nvSpPr>
          <p:spPr>
            <a:xfrm>
              <a:off x="866272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E21D46D-B574-889B-04FA-53C64646EE4B}"/>
                </a:ext>
              </a:extLst>
            </p:cNvPr>
            <p:cNvSpPr/>
            <p:nvPr/>
          </p:nvSpPr>
          <p:spPr>
            <a:xfrm>
              <a:off x="1735168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64AB362-BD3A-12FC-104E-81AFD715DDA3}"/>
                </a:ext>
              </a:extLst>
            </p:cNvPr>
            <p:cNvSpPr/>
            <p:nvPr/>
          </p:nvSpPr>
          <p:spPr>
            <a:xfrm>
              <a:off x="2604128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3FA21B8-C47B-08FF-8E24-11EA4422419F}"/>
                </a:ext>
              </a:extLst>
            </p:cNvPr>
            <p:cNvSpPr/>
            <p:nvPr/>
          </p:nvSpPr>
          <p:spPr>
            <a:xfrm>
              <a:off x="3473025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D7AA8E3-1350-109B-DFD1-B195D992B2BE}"/>
                </a:ext>
              </a:extLst>
            </p:cNvPr>
            <p:cNvSpPr/>
            <p:nvPr/>
          </p:nvSpPr>
          <p:spPr>
            <a:xfrm>
              <a:off x="4341922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9D8DC0B-98E9-738A-E69C-FE43DD8ED6B7}"/>
                </a:ext>
              </a:extLst>
            </p:cNvPr>
            <p:cNvSpPr/>
            <p:nvPr/>
          </p:nvSpPr>
          <p:spPr>
            <a:xfrm>
              <a:off x="5210818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818CF6F-8727-FE60-B5F2-D5B10FC937F0}"/>
                </a:ext>
              </a:extLst>
            </p:cNvPr>
            <p:cNvSpPr/>
            <p:nvPr/>
          </p:nvSpPr>
          <p:spPr>
            <a:xfrm>
              <a:off x="6079715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67B860C2-D633-6894-9DE5-8C3529462A31}"/>
                </a:ext>
              </a:extLst>
            </p:cNvPr>
            <p:cNvSpPr/>
            <p:nvPr/>
          </p:nvSpPr>
          <p:spPr>
            <a:xfrm>
              <a:off x="6948675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9494A0D-0247-E393-9330-01C228817BBC}"/>
                </a:ext>
              </a:extLst>
            </p:cNvPr>
            <p:cNvSpPr/>
            <p:nvPr/>
          </p:nvSpPr>
          <p:spPr>
            <a:xfrm>
              <a:off x="7817572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2A8BE60-8828-0B64-7DDD-A8B933B010EC}"/>
                </a:ext>
              </a:extLst>
            </p:cNvPr>
            <p:cNvSpPr/>
            <p:nvPr/>
          </p:nvSpPr>
          <p:spPr>
            <a:xfrm>
              <a:off x="5210818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D0A44E9D-6965-F183-5141-BE45A1EFB7ED}"/>
                </a:ext>
              </a:extLst>
            </p:cNvPr>
            <p:cNvSpPr/>
            <p:nvPr/>
          </p:nvSpPr>
          <p:spPr>
            <a:xfrm>
              <a:off x="6948675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F4D90A2-2B2B-7D82-928C-D0DD4CD4CF5E}"/>
                </a:ext>
              </a:extLst>
            </p:cNvPr>
            <p:cNvSpPr/>
            <p:nvPr/>
          </p:nvSpPr>
          <p:spPr>
            <a:xfrm>
              <a:off x="6079715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1E5DE13-604E-CFA4-211D-2DC8B1D6BCEA}"/>
                </a:ext>
              </a:extLst>
            </p:cNvPr>
            <p:cNvSpPr/>
            <p:nvPr/>
          </p:nvSpPr>
          <p:spPr>
            <a:xfrm>
              <a:off x="7817572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2F0E78E-2864-A0C3-2D4C-71740B39FAB9}"/>
                </a:ext>
              </a:extLst>
            </p:cNvPr>
            <p:cNvSpPr/>
            <p:nvPr/>
          </p:nvSpPr>
          <p:spPr>
            <a:xfrm>
              <a:off x="866272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DA448F0-0637-D5C7-EEF9-301A220F85D2}"/>
                </a:ext>
              </a:extLst>
            </p:cNvPr>
            <p:cNvSpPr/>
            <p:nvPr/>
          </p:nvSpPr>
          <p:spPr>
            <a:xfrm>
              <a:off x="1735168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139FD68-A4E2-0667-B656-47A0390AF0A9}"/>
                </a:ext>
              </a:extLst>
            </p:cNvPr>
            <p:cNvSpPr/>
            <p:nvPr/>
          </p:nvSpPr>
          <p:spPr>
            <a:xfrm>
              <a:off x="2604128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77BD185-95B4-3F46-9162-B227C4FD21E4}"/>
                </a:ext>
              </a:extLst>
            </p:cNvPr>
            <p:cNvSpPr/>
            <p:nvPr/>
          </p:nvSpPr>
          <p:spPr>
            <a:xfrm>
              <a:off x="3473025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FFFFD5E6-8888-F235-2DC5-98797CD63BE7}"/>
                </a:ext>
              </a:extLst>
            </p:cNvPr>
            <p:cNvSpPr/>
            <p:nvPr/>
          </p:nvSpPr>
          <p:spPr>
            <a:xfrm>
              <a:off x="4341922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FE365FA7-F77C-2A0D-1715-5DB1B49AA139}"/>
                </a:ext>
              </a:extLst>
            </p:cNvPr>
            <p:cNvSpPr/>
            <p:nvPr/>
          </p:nvSpPr>
          <p:spPr>
            <a:xfrm>
              <a:off x="5210818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882A0B5F-36B6-21BF-7D88-10117A8FF311}"/>
                </a:ext>
              </a:extLst>
            </p:cNvPr>
            <p:cNvSpPr/>
            <p:nvPr/>
          </p:nvSpPr>
          <p:spPr>
            <a:xfrm>
              <a:off x="6948675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99C9B87B-7530-230B-79D5-3DBDE45CD98E}"/>
                </a:ext>
              </a:extLst>
            </p:cNvPr>
            <p:cNvSpPr/>
            <p:nvPr/>
          </p:nvSpPr>
          <p:spPr>
            <a:xfrm>
              <a:off x="6079715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68928F5C-7B37-339C-168A-507E6DCB51CF}"/>
                </a:ext>
              </a:extLst>
            </p:cNvPr>
            <p:cNvSpPr/>
            <p:nvPr/>
          </p:nvSpPr>
          <p:spPr>
            <a:xfrm>
              <a:off x="7817572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4ECD5268-8602-4FA7-65F5-08ED64DC9BCB}"/>
                </a:ext>
              </a:extLst>
            </p:cNvPr>
            <p:cNvSpPr/>
            <p:nvPr/>
          </p:nvSpPr>
          <p:spPr>
            <a:xfrm>
              <a:off x="6079715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386A4E2-CC53-63DF-AC7F-49BF4A8C346D}"/>
                </a:ext>
              </a:extLst>
            </p:cNvPr>
            <p:cNvSpPr/>
            <p:nvPr/>
          </p:nvSpPr>
          <p:spPr>
            <a:xfrm>
              <a:off x="6948675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4209E865-D2F1-C928-94A2-9AC079FBBE06}"/>
                </a:ext>
              </a:extLst>
            </p:cNvPr>
            <p:cNvSpPr/>
            <p:nvPr/>
          </p:nvSpPr>
          <p:spPr>
            <a:xfrm>
              <a:off x="7817572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85790283-990B-B3D2-51CC-4326C9EE9985}"/>
                </a:ext>
              </a:extLst>
            </p:cNvPr>
            <p:cNvSpPr/>
            <p:nvPr/>
          </p:nvSpPr>
          <p:spPr>
            <a:xfrm>
              <a:off x="866272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9361A4B-4112-9B41-9931-A6473FB9E343}"/>
                </a:ext>
              </a:extLst>
            </p:cNvPr>
            <p:cNvSpPr/>
            <p:nvPr/>
          </p:nvSpPr>
          <p:spPr>
            <a:xfrm>
              <a:off x="2604128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B24D7687-7141-CE4E-5545-D4E55AFA4E9F}"/>
                </a:ext>
              </a:extLst>
            </p:cNvPr>
            <p:cNvSpPr/>
            <p:nvPr/>
          </p:nvSpPr>
          <p:spPr>
            <a:xfrm>
              <a:off x="1735168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CA0768B-836A-6B18-71C4-58FFE3AE0A19}"/>
                </a:ext>
              </a:extLst>
            </p:cNvPr>
            <p:cNvSpPr/>
            <p:nvPr/>
          </p:nvSpPr>
          <p:spPr>
            <a:xfrm>
              <a:off x="3473025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6EED5F84-B80D-4A7D-F286-14366B35AC69}"/>
                </a:ext>
              </a:extLst>
            </p:cNvPr>
            <p:cNvSpPr/>
            <p:nvPr/>
          </p:nvSpPr>
          <p:spPr>
            <a:xfrm>
              <a:off x="4341922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9B625590-11AB-440B-7C9D-7512D37E31A1}"/>
                </a:ext>
              </a:extLst>
            </p:cNvPr>
            <p:cNvSpPr/>
            <p:nvPr/>
          </p:nvSpPr>
          <p:spPr>
            <a:xfrm>
              <a:off x="5210818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1F3B754A-E25F-6D84-8997-9A89C452795E}"/>
                </a:ext>
              </a:extLst>
            </p:cNvPr>
            <p:cNvSpPr/>
            <p:nvPr/>
          </p:nvSpPr>
          <p:spPr>
            <a:xfrm>
              <a:off x="6948675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DB6EEE3-FE6B-9FD4-4F1D-735CFE597A9B}"/>
                </a:ext>
              </a:extLst>
            </p:cNvPr>
            <p:cNvSpPr/>
            <p:nvPr/>
          </p:nvSpPr>
          <p:spPr>
            <a:xfrm>
              <a:off x="6079715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4BCE13A-42DA-2E76-E6B1-2746307B3648}"/>
                </a:ext>
              </a:extLst>
            </p:cNvPr>
            <p:cNvSpPr/>
            <p:nvPr/>
          </p:nvSpPr>
          <p:spPr>
            <a:xfrm>
              <a:off x="7817572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0BD9872E-8801-EB5C-BE48-F6200323E15A}"/>
                </a:ext>
              </a:extLst>
            </p:cNvPr>
            <p:cNvSpPr/>
            <p:nvPr/>
          </p:nvSpPr>
          <p:spPr>
            <a:xfrm>
              <a:off x="866272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BB4A655C-EB5A-4994-9A0A-5BC7B318190E}"/>
                </a:ext>
              </a:extLst>
            </p:cNvPr>
            <p:cNvSpPr/>
            <p:nvPr/>
          </p:nvSpPr>
          <p:spPr>
            <a:xfrm>
              <a:off x="2604128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AECE94AE-A984-CC2A-B18B-01EDED6799DC}"/>
                </a:ext>
              </a:extLst>
            </p:cNvPr>
            <p:cNvSpPr/>
            <p:nvPr/>
          </p:nvSpPr>
          <p:spPr>
            <a:xfrm>
              <a:off x="1735168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0244CDA-2D18-AC7F-72B4-AF4B30DDEDDA}"/>
                </a:ext>
              </a:extLst>
            </p:cNvPr>
            <p:cNvSpPr/>
            <p:nvPr/>
          </p:nvSpPr>
          <p:spPr>
            <a:xfrm>
              <a:off x="3473025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1BB08B55-625E-9239-AFC7-DBFC2A8202F3}"/>
                </a:ext>
              </a:extLst>
            </p:cNvPr>
            <p:cNvSpPr/>
            <p:nvPr/>
          </p:nvSpPr>
          <p:spPr>
            <a:xfrm>
              <a:off x="4341922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05262BB-51D8-0942-C8CE-E6B01DD06D38}"/>
                </a:ext>
              </a:extLst>
            </p:cNvPr>
            <p:cNvSpPr/>
            <p:nvPr/>
          </p:nvSpPr>
          <p:spPr>
            <a:xfrm>
              <a:off x="5210818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E0EA4188-4E00-29B0-75C1-6A40E9AA3C0E}"/>
                </a:ext>
              </a:extLst>
            </p:cNvPr>
            <p:cNvSpPr/>
            <p:nvPr/>
          </p:nvSpPr>
          <p:spPr>
            <a:xfrm>
              <a:off x="6948675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CFDAA72C-1CCE-8DFC-7E2B-CC34D7B64493}"/>
                </a:ext>
              </a:extLst>
            </p:cNvPr>
            <p:cNvSpPr/>
            <p:nvPr/>
          </p:nvSpPr>
          <p:spPr>
            <a:xfrm>
              <a:off x="6079715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DA107B17-B684-2897-7262-05F7EA3E9BC8}"/>
                </a:ext>
              </a:extLst>
            </p:cNvPr>
            <p:cNvSpPr/>
            <p:nvPr/>
          </p:nvSpPr>
          <p:spPr>
            <a:xfrm>
              <a:off x="7817572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4C546713-9091-CD87-B782-A9426CA142DD}"/>
                </a:ext>
              </a:extLst>
            </p:cNvPr>
            <p:cNvSpPr/>
            <p:nvPr/>
          </p:nvSpPr>
          <p:spPr>
            <a:xfrm>
              <a:off x="8686468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619D13CA-6523-12FD-A8C8-6F2203F9B75F}"/>
                </a:ext>
              </a:extLst>
            </p:cNvPr>
            <p:cNvSpPr/>
            <p:nvPr/>
          </p:nvSpPr>
          <p:spPr>
            <a:xfrm>
              <a:off x="9555365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0E507A0-C5AE-FD6F-6E82-E0F0F4DEDDBE}"/>
                </a:ext>
              </a:extLst>
            </p:cNvPr>
            <p:cNvSpPr/>
            <p:nvPr/>
          </p:nvSpPr>
          <p:spPr>
            <a:xfrm>
              <a:off x="10424262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0AADF44-6629-BBE1-DA4C-EB63672D6CC5}"/>
                </a:ext>
              </a:extLst>
            </p:cNvPr>
            <p:cNvSpPr/>
            <p:nvPr/>
          </p:nvSpPr>
          <p:spPr>
            <a:xfrm>
              <a:off x="9555365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68BB68AB-C230-29FB-BBAD-AD323BA43F32}"/>
                </a:ext>
              </a:extLst>
            </p:cNvPr>
            <p:cNvSpPr/>
            <p:nvPr/>
          </p:nvSpPr>
          <p:spPr>
            <a:xfrm>
              <a:off x="8686468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755D4A8-ABB9-C3BD-9A7D-18FE08AC0089}"/>
                </a:ext>
              </a:extLst>
            </p:cNvPr>
            <p:cNvSpPr/>
            <p:nvPr/>
          </p:nvSpPr>
          <p:spPr>
            <a:xfrm>
              <a:off x="10424262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A210BE7E-2C9D-2452-8CD9-4422060F7AB6}"/>
                </a:ext>
              </a:extLst>
            </p:cNvPr>
            <p:cNvSpPr/>
            <p:nvPr/>
          </p:nvSpPr>
          <p:spPr>
            <a:xfrm>
              <a:off x="9555365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C8EEBDCF-1119-4D10-65B9-C81618921026}"/>
                </a:ext>
              </a:extLst>
            </p:cNvPr>
            <p:cNvSpPr/>
            <p:nvPr/>
          </p:nvSpPr>
          <p:spPr>
            <a:xfrm>
              <a:off x="8686468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96FC4BF5-B4B6-E7F8-8608-AFD7B49F4445}"/>
                </a:ext>
              </a:extLst>
            </p:cNvPr>
            <p:cNvSpPr/>
            <p:nvPr/>
          </p:nvSpPr>
          <p:spPr>
            <a:xfrm>
              <a:off x="10424262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78251240-A533-AC04-8684-EC32B973055B}"/>
                </a:ext>
              </a:extLst>
            </p:cNvPr>
            <p:cNvSpPr/>
            <p:nvPr/>
          </p:nvSpPr>
          <p:spPr>
            <a:xfrm>
              <a:off x="8686468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1CC87F50-8FBD-E404-0003-14A09932215E}"/>
                </a:ext>
              </a:extLst>
            </p:cNvPr>
            <p:cNvSpPr/>
            <p:nvPr/>
          </p:nvSpPr>
          <p:spPr>
            <a:xfrm>
              <a:off x="9555365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FB410BEE-019A-4F61-AE6B-3E59091EA3A8}"/>
                </a:ext>
              </a:extLst>
            </p:cNvPr>
            <p:cNvSpPr/>
            <p:nvPr/>
          </p:nvSpPr>
          <p:spPr>
            <a:xfrm>
              <a:off x="10424262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D55ED2C2-1A1B-733E-819A-BC42C6C77E74}"/>
                </a:ext>
              </a:extLst>
            </p:cNvPr>
            <p:cNvSpPr/>
            <p:nvPr/>
          </p:nvSpPr>
          <p:spPr>
            <a:xfrm>
              <a:off x="9555365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D418F898-1260-72B5-DE85-4FEC6423C779}"/>
                </a:ext>
              </a:extLst>
            </p:cNvPr>
            <p:cNvSpPr/>
            <p:nvPr/>
          </p:nvSpPr>
          <p:spPr>
            <a:xfrm>
              <a:off x="8686468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11135CA-CAFA-6B0D-2752-F105E3A90B17}"/>
                </a:ext>
              </a:extLst>
            </p:cNvPr>
            <p:cNvSpPr/>
            <p:nvPr/>
          </p:nvSpPr>
          <p:spPr>
            <a:xfrm>
              <a:off x="10424262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05A782E7-B2D5-D0C0-7C18-EF6804891915}"/>
                </a:ext>
              </a:extLst>
            </p:cNvPr>
            <p:cNvSpPr/>
            <p:nvPr/>
          </p:nvSpPr>
          <p:spPr>
            <a:xfrm>
              <a:off x="9555365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A666242D-0200-B256-9C8E-8323BA2C859E}"/>
                </a:ext>
              </a:extLst>
            </p:cNvPr>
            <p:cNvSpPr/>
            <p:nvPr/>
          </p:nvSpPr>
          <p:spPr>
            <a:xfrm>
              <a:off x="8686468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F37C0873-D498-E737-4954-A205C37DF7F0}"/>
                </a:ext>
              </a:extLst>
            </p:cNvPr>
            <p:cNvSpPr/>
            <p:nvPr/>
          </p:nvSpPr>
          <p:spPr>
            <a:xfrm>
              <a:off x="10424262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8C040F54-202C-6905-549F-2BCF3D38A365}"/>
                </a:ext>
              </a:extLst>
            </p:cNvPr>
            <p:cNvSpPr/>
            <p:nvPr/>
          </p:nvSpPr>
          <p:spPr>
            <a:xfrm>
              <a:off x="866272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E28122A4-8751-92BD-FDBF-0E49BA6D585C}"/>
                </a:ext>
              </a:extLst>
            </p:cNvPr>
            <p:cNvSpPr/>
            <p:nvPr/>
          </p:nvSpPr>
          <p:spPr>
            <a:xfrm>
              <a:off x="2604128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E0B1280-E789-5581-44F0-1EF389BFD21B}"/>
                </a:ext>
              </a:extLst>
            </p:cNvPr>
            <p:cNvSpPr/>
            <p:nvPr/>
          </p:nvSpPr>
          <p:spPr>
            <a:xfrm>
              <a:off x="1735168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C80ED0FA-C600-0969-B6F3-917B08F8694A}"/>
                </a:ext>
              </a:extLst>
            </p:cNvPr>
            <p:cNvSpPr/>
            <p:nvPr/>
          </p:nvSpPr>
          <p:spPr>
            <a:xfrm>
              <a:off x="3473025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C3030DDD-230F-F868-8882-523279D57C37}"/>
                </a:ext>
              </a:extLst>
            </p:cNvPr>
            <p:cNvSpPr/>
            <p:nvPr/>
          </p:nvSpPr>
          <p:spPr>
            <a:xfrm>
              <a:off x="4341922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A3220592-110C-BA61-C25E-23B8EE0436BA}"/>
                </a:ext>
              </a:extLst>
            </p:cNvPr>
            <p:cNvSpPr/>
            <p:nvPr/>
          </p:nvSpPr>
          <p:spPr>
            <a:xfrm>
              <a:off x="5210818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95080D30-7A71-8834-ABC9-D017176EE7B0}"/>
                </a:ext>
              </a:extLst>
            </p:cNvPr>
            <p:cNvSpPr/>
            <p:nvPr/>
          </p:nvSpPr>
          <p:spPr>
            <a:xfrm>
              <a:off x="6948675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53053CB6-060B-F744-FAC9-EC1A747F309B}"/>
                </a:ext>
              </a:extLst>
            </p:cNvPr>
            <p:cNvSpPr/>
            <p:nvPr/>
          </p:nvSpPr>
          <p:spPr>
            <a:xfrm>
              <a:off x="6079715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79892B6E-B004-0EE3-5937-C68A7519FFCA}"/>
                </a:ext>
              </a:extLst>
            </p:cNvPr>
            <p:cNvSpPr/>
            <p:nvPr/>
          </p:nvSpPr>
          <p:spPr>
            <a:xfrm>
              <a:off x="7817572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765A949-70D5-B248-133F-90020A346936}"/>
                </a:ext>
              </a:extLst>
            </p:cNvPr>
            <p:cNvSpPr/>
            <p:nvPr/>
          </p:nvSpPr>
          <p:spPr>
            <a:xfrm>
              <a:off x="9555365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4EAD5858-2628-57B1-79A3-F1E9A03D3BE1}"/>
                </a:ext>
              </a:extLst>
            </p:cNvPr>
            <p:cNvSpPr/>
            <p:nvPr/>
          </p:nvSpPr>
          <p:spPr>
            <a:xfrm>
              <a:off x="8686468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9C929888-0079-2E93-A96A-F84100F8DC4A}"/>
                </a:ext>
              </a:extLst>
            </p:cNvPr>
            <p:cNvSpPr/>
            <p:nvPr/>
          </p:nvSpPr>
          <p:spPr>
            <a:xfrm>
              <a:off x="10424262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B9EFDD69-31E2-2856-B1D9-79F813584FB5}"/>
                </a:ext>
              </a:extLst>
            </p:cNvPr>
            <p:cNvSpPr/>
            <p:nvPr/>
          </p:nvSpPr>
          <p:spPr>
            <a:xfrm>
              <a:off x="11293222" y="81876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F6414D25-D9AF-EB5D-4CF4-EFE29E33F06F}"/>
                </a:ext>
              </a:extLst>
            </p:cNvPr>
            <p:cNvSpPr/>
            <p:nvPr/>
          </p:nvSpPr>
          <p:spPr>
            <a:xfrm>
              <a:off x="11293222" y="1687135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F29DD8B9-9139-2383-6FA4-2ACBB26A9F69}"/>
                </a:ext>
              </a:extLst>
            </p:cNvPr>
            <p:cNvSpPr/>
            <p:nvPr/>
          </p:nvSpPr>
          <p:spPr>
            <a:xfrm>
              <a:off x="11293222" y="2555506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E57B2A63-C92C-2B30-ED79-59028BE92FDD}"/>
                </a:ext>
              </a:extLst>
            </p:cNvPr>
            <p:cNvSpPr/>
            <p:nvPr/>
          </p:nvSpPr>
          <p:spPr>
            <a:xfrm>
              <a:off x="11293222" y="3423877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CBE0EFC8-A628-9312-44EC-F6C381E52B52}"/>
                </a:ext>
              </a:extLst>
            </p:cNvPr>
            <p:cNvSpPr/>
            <p:nvPr/>
          </p:nvSpPr>
          <p:spPr>
            <a:xfrm>
              <a:off x="11293222" y="4292311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9A261CA6-AD5D-9CC9-8AD3-14F081A0EA46}"/>
                </a:ext>
              </a:extLst>
            </p:cNvPr>
            <p:cNvSpPr/>
            <p:nvPr/>
          </p:nvSpPr>
          <p:spPr>
            <a:xfrm>
              <a:off x="11293222" y="5160683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225972EB-36AC-7506-09D4-549E7E40F676}"/>
                </a:ext>
              </a:extLst>
            </p:cNvPr>
            <p:cNvSpPr/>
            <p:nvPr/>
          </p:nvSpPr>
          <p:spPr>
            <a:xfrm>
              <a:off x="11293222" y="6029054"/>
              <a:ext cx="34755" cy="34734"/>
            </a:xfrm>
            <a:custGeom>
              <a:avLst/>
              <a:gdLst>
                <a:gd name="connsiteX0" fmla="*/ 0 w 34755"/>
                <a:gd name="connsiteY0" fmla="*/ 0 h 34734"/>
                <a:gd name="connsiteX1" fmla="*/ 34756 w 34755"/>
                <a:gd name="connsiteY1" fmla="*/ 0 h 34734"/>
                <a:gd name="connsiteX2" fmla="*/ 34756 w 34755"/>
                <a:gd name="connsiteY2" fmla="*/ 34735 h 34734"/>
                <a:gd name="connsiteX3" fmla="*/ 0 w 34755"/>
                <a:gd name="connsiteY3" fmla="*/ 34735 h 34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55" h="34734">
                  <a:moveTo>
                    <a:pt x="0" y="0"/>
                  </a:moveTo>
                  <a:lnTo>
                    <a:pt x="34756" y="0"/>
                  </a:lnTo>
                  <a:lnTo>
                    <a:pt x="34756" y="34735"/>
                  </a:lnTo>
                  <a:lnTo>
                    <a:pt x="0" y="347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1" name="Picture 10" descr="A red and black corner&#10;&#10;AI-generated content may be incorrect.">
            <a:extLst>
              <a:ext uri="{FF2B5EF4-FFF2-40B4-BE49-F238E27FC236}">
                <a16:creationId xmlns:a16="http://schemas.microsoft.com/office/drawing/2014/main" id="{EEF2EA77-4A22-EA02-D5BF-E0939BDFC2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5056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ckground Image an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4309DDA-DFF6-1A1F-E272-37B648EE55F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681" y="373699"/>
            <a:ext cx="11390639" cy="6110602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AC5D5C-50BB-35DA-818A-3E141765D0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2" y="1071479"/>
            <a:ext cx="3852026" cy="1948447"/>
          </a:xfrm>
          <a:solidFill>
            <a:schemeClr val="accent2"/>
          </a:solidFill>
        </p:spPr>
        <p:txBody>
          <a:bodyPr lIns="72000" tIns="72000" rIns="72000" bIns="72000"/>
          <a:lstStyle>
            <a:lvl1pPr>
              <a:defRPr sz="1200" b="0" i="0" cap="all" baseline="0">
                <a:solidFill>
                  <a:schemeClr val="bg1"/>
                </a:solidFill>
                <a:latin typeface="Toyota Type Semibold" panose="020B0502020202020204" pitchFamily="34" charset="0"/>
                <a:cs typeface="Toyota Type Semibold" panose="020B0502020202020204" pitchFamily="34" charset="0"/>
              </a:defRPr>
            </a:lvl1pPr>
            <a:lvl2pPr marL="4763" indent="0">
              <a:buNone/>
              <a:defRPr sz="1200" b="0" i="0">
                <a:solidFill>
                  <a:schemeClr val="bg1"/>
                </a:solidFill>
                <a:latin typeface="Toyota Type Book" panose="020B0502020202020204" pitchFamily="34" charset="0"/>
                <a:cs typeface="Toyota Type Book" panose="020B0502020202020204" pitchFamily="34" charset="0"/>
              </a:defRPr>
            </a:lvl2pPr>
            <a:lvl3pPr marL="177800" indent="-177800">
              <a:tabLst/>
              <a:defRPr sz="1200" b="0" i="0">
                <a:solidFill>
                  <a:schemeClr val="bg1"/>
                </a:solidFill>
                <a:latin typeface="Toyota Type Book" panose="020B0502020202020204" pitchFamily="34" charset="0"/>
                <a:cs typeface="Toyota Type Book" panose="020B0502020202020204" pitchFamily="34" charset="0"/>
              </a:defRPr>
            </a:lvl3pPr>
            <a:lvl4pPr marL="355600" indent="-171450">
              <a:tabLst/>
              <a:defRPr sz="1200" b="0" i="0">
                <a:solidFill>
                  <a:schemeClr val="bg1"/>
                </a:solidFill>
                <a:latin typeface="Toyota Type Book" panose="020B0502020202020204" pitchFamily="34" charset="0"/>
                <a:cs typeface="Toyota Type Book" panose="020B0502020202020204" pitchFamily="34" charset="0"/>
              </a:defRPr>
            </a:lvl4pPr>
            <a:lvl5pPr marL="533400" indent="-177800">
              <a:tabLst/>
              <a:defRPr sz="1200" b="0" i="0">
                <a:solidFill>
                  <a:schemeClr val="bg1"/>
                </a:solidFill>
                <a:latin typeface="Toyota Type Book" panose="020B0502020202020204" pitchFamily="34" charset="0"/>
                <a:cs typeface="Toyota Type Book" panose="020B0502020202020204" pitchFamily="34" charset="0"/>
              </a:defRPr>
            </a:lvl5pPr>
          </a:lstStyle>
          <a:p>
            <a:pPr lvl="0"/>
            <a:r>
              <a:rPr lang="en-GB"/>
              <a:t>Click to edit Master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684BE41-4B35-557C-2ED2-BB682C7CD8A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7951" y="2786063"/>
            <a:ext cx="4930943" cy="2898775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/>
            </a:lvl1pPr>
          </a:lstStyle>
          <a:p>
            <a:endParaRPr lang="en-US"/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49028CC4-0672-B70B-386B-3C57C84F592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255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ckground Imag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4309DDA-DFF6-1A1F-E272-37B648EE55F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0681" y="373699"/>
            <a:ext cx="11390639" cy="6110602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AC5D5C-50BB-35DA-818A-3E141765D0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2" y="1071479"/>
            <a:ext cx="3852026" cy="1948447"/>
          </a:xfrm>
          <a:solidFill>
            <a:schemeClr val="bg1"/>
          </a:solidFill>
        </p:spPr>
        <p:txBody>
          <a:bodyPr lIns="72000" tIns="72000" rIns="72000" bIns="72000"/>
          <a:lstStyle>
            <a:lvl1pPr>
              <a:defRPr sz="1200" b="0" i="0" cap="all" baseline="0">
                <a:solidFill>
                  <a:schemeClr val="accent2"/>
                </a:solidFill>
                <a:latin typeface="Toyota Type Semibold" panose="020B0502020202020204" pitchFamily="34" charset="0"/>
                <a:cs typeface="Toyota Type Semibold" panose="020B0502020202020204" pitchFamily="34" charset="0"/>
              </a:defRPr>
            </a:lvl1pPr>
            <a:lvl2pPr marL="4763" indent="0">
              <a:buNone/>
              <a:defRPr sz="1200" b="0" i="0">
                <a:solidFill>
                  <a:schemeClr val="accent2"/>
                </a:solidFill>
                <a:latin typeface="Toyota Type Book" panose="020B0502020202020204" pitchFamily="34" charset="0"/>
                <a:cs typeface="Toyota Type Book" panose="020B0502020202020204" pitchFamily="34" charset="0"/>
              </a:defRPr>
            </a:lvl2pPr>
            <a:lvl3pPr marL="177800" indent="-177800">
              <a:tabLst/>
              <a:defRPr sz="1200" b="0" i="0">
                <a:solidFill>
                  <a:schemeClr val="accent2"/>
                </a:solidFill>
                <a:latin typeface="Toyota Type Book" panose="020B0502020202020204" pitchFamily="34" charset="0"/>
                <a:cs typeface="Toyota Type Book" panose="020B0502020202020204" pitchFamily="34" charset="0"/>
              </a:defRPr>
            </a:lvl3pPr>
            <a:lvl4pPr marL="355600" indent="-171450">
              <a:tabLst/>
              <a:defRPr sz="1200" b="0" i="0">
                <a:solidFill>
                  <a:schemeClr val="accent2"/>
                </a:solidFill>
                <a:latin typeface="Toyota Type Book" panose="020B0502020202020204" pitchFamily="34" charset="0"/>
                <a:cs typeface="Toyota Type Book" panose="020B0502020202020204" pitchFamily="34" charset="0"/>
              </a:defRPr>
            </a:lvl4pPr>
            <a:lvl5pPr marL="533400" indent="-177800">
              <a:tabLst/>
              <a:defRPr sz="1200" b="0" i="0">
                <a:solidFill>
                  <a:schemeClr val="accent2"/>
                </a:solidFill>
                <a:latin typeface="Toyota Type Book" panose="020B0502020202020204" pitchFamily="34" charset="0"/>
                <a:cs typeface="Toyota Type Book" panose="020B0502020202020204" pitchFamily="34" charset="0"/>
              </a:defRPr>
            </a:lvl5pPr>
          </a:lstStyle>
          <a:p>
            <a:pPr lvl="0"/>
            <a:r>
              <a:rPr lang="en-GB"/>
              <a:t>Click to edit Master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599257B-4137-24AD-FA63-2AF8DC07D2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7951" y="2786063"/>
            <a:ext cx="4930943" cy="2898775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/>
            </a:lvl1pPr>
          </a:lstStyle>
          <a:p>
            <a:endParaRPr lang="en-US"/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26206B11-FFD5-A56B-E9D7-D539C9CC34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368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Tit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BDE335-0405-6DC5-BE65-B280A7BEBA3F}"/>
              </a:ext>
            </a:extLst>
          </p:cNvPr>
          <p:cNvSpPr/>
          <p:nvPr userDrawn="1"/>
        </p:nvSpPr>
        <p:spPr>
          <a:xfrm>
            <a:off x="0" y="317500"/>
            <a:ext cx="7140742" cy="654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A1A5E-DED3-634B-1EC5-69705827E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12" y="497933"/>
            <a:ext cx="6599030" cy="1174455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700" b="1" i="0">
                <a:solidFill>
                  <a:schemeClr val="accent2"/>
                </a:solidFill>
                <a:latin typeface="Toyota Type Semibold" panose="020B0502020202020204" pitchFamily="34" charset="0"/>
                <a:cs typeface="Toyota Type Semibold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F1B1B-4CBE-29C9-2336-FE1020CC7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15" y="1810514"/>
            <a:ext cx="6571163" cy="4856415"/>
          </a:xfrm>
        </p:spPr>
        <p:txBody>
          <a:bodyPr anchor="t" anchorCtr="0"/>
          <a:lstStyle>
            <a:lvl1pPr marL="712788" indent="-712788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706438" algn="l"/>
              </a:tabLst>
              <a:defRPr sz="8000" cap="none" baseline="0">
                <a:solidFill>
                  <a:schemeClr val="accent1"/>
                </a:solidFill>
                <a:latin typeface="Toyota Script 2" pitchFamily="2" charset="0"/>
                <a:cs typeface="Toyota Script 2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</a:t>
            </a:r>
            <a:endParaRPr lang="en-GB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38793774-506D-CFFF-C44D-AF4916C514C7}"/>
              </a:ext>
            </a:extLst>
          </p:cNvPr>
          <p:cNvSpPr/>
          <p:nvPr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bg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97A266-833C-ABFA-8FD4-001D59E195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4" name="Picture 3" descr="A red and black corner&#10;&#10;AI-generated content may be incorrect.">
            <a:extLst>
              <a:ext uri="{FF2B5EF4-FFF2-40B4-BE49-F238E27FC236}">
                <a16:creationId xmlns:a16="http://schemas.microsoft.com/office/drawing/2014/main" id="{A3B7896D-F057-BD7C-50F5-54AC59928F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592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ckground Image and Tex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white light&#10;&#10;AI-generated content may be incorrect.">
            <a:extLst>
              <a:ext uri="{FF2B5EF4-FFF2-40B4-BE49-F238E27FC236}">
                <a16:creationId xmlns:a16="http://schemas.microsoft.com/office/drawing/2014/main" id="{AE6BCD37-D923-21D0-8991-56F655870A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89776" y="4541044"/>
            <a:ext cx="6858000" cy="2316956"/>
          </a:xfrm>
          <a:prstGeom prst="rect">
            <a:avLst/>
          </a:prstGeom>
        </p:spPr>
      </p:pic>
      <p:pic>
        <p:nvPicPr>
          <p:cNvPr id="5" name="Picture 4" descr="A red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700CD915-7EA1-C606-4B6A-04768C397F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487935"/>
            <a:ext cx="9913158" cy="6370066"/>
          </a:xfrm>
          <a:prstGeom prst="rect">
            <a:avLst/>
          </a:prstGeom>
        </p:spPr>
      </p:pic>
      <p:pic>
        <p:nvPicPr>
          <p:cNvPr id="11" name="Picture 10" descr="A black and white rectangle&#10;&#10;AI-generated content may be incorrect.">
            <a:extLst>
              <a:ext uri="{FF2B5EF4-FFF2-40B4-BE49-F238E27FC236}">
                <a16:creationId xmlns:a16="http://schemas.microsoft.com/office/drawing/2014/main" id="{44215D84-25A0-118B-136C-C9D295A8B6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815353"/>
            <a:ext cx="5033890" cy="5042647"/>
          </a:xfrm>
          <a:prstGeom prst="rect">
            <a:avLst/>
          </a:prstGeom>
        </p:spPr>
      </p:pic>
      <p:sp>
        <p:nvSpPr>
          <p:cNvPr id="18" name="Freeform 17">
            <a:extLst>
              <a:ext uri="{FF2B5EF4-FFF2-40B4-BE49-F238E27FC236}">
                <a16:creationId xmlns:a16="http://schemas.microsoft.com/office/drawing/2014/main" id="{38793774-506D-CFFF-C44D-AF4916C514C7}"/>
              </a:ext>
            </a:extLst>
          </p:cNvPr>
          <p:cNvSpPr/>
          <p:nvPr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bg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97A266-833C-ABFA-8FD4-001D59E195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AC5D5C-50BB-35DA-818A-3E141765D0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328520"/>
            <a:ext cx="3995737" cy="4027488"/>
          </a:xfrm>
          <a:solidFill>
            <a:schemeClr val="bg1"/>
          </a:solidFill>
        </p:spPr>
        <p:txBody>
          <a:bodyPr lIns="288000" tIns="288000" rIns="288000" bIns="288000"/>
          <a:lstStyle>
            <a:lvl1pPr>
              <a:defRPr sz="2400" b="0" i="0" cap="all" baseline="0">
                <a:solidFill>
                  <a:schemeClr val="accent2"/>
                </a:solidFill>
                <a:latin typeface="Toyota Type Black" panose="020B0502020202020204" pitchFamily="34" charset="0"/>
                <a:cs typeface="Toyota Type Black" panose="020B0502020202020204" pitchFamily="34" charset="0"/>
              </a:defRPr>
            </a:lvl1pPr>
            <a:lvl2pPr marL="4763" indent="0">
              <a:buNone/>
              <a:defRPr sz="2400">
                <a:solidFill>
                  <a:schemeClr val="accent2"/>
                </a:solidFill>
              </a:defRPr>
            </a:lvl2pPr>
            <a:lvl3pPr marL="365125" indent="-365125">
              <a:tabLst/>
              <a:defRPr sz="2400">
                <a:solidFill>
                  <a:schemeClr val="accent2"/>
                </a:solidFill>
              </a:defRPr>
            </a:lvl3pPr>
            <a:lvl4pPr marL="720725" indent="-355600">
              <a:tabLst/>
              <a:defRPr sz="2400">
                <a:solidFill>
                  <a:schemeClr val="accent2"/>
                </a:solidFill>
              </a:defRPr>
            </a:lvl4pPr>
            <a:lvl5pPr marL="1076325" indent="-355600">
              <a:tabLst/>
              <a:defRPr sz="24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2" name="Picture 1" descr="A red and black corner&#10;&#10;AI-generated content may be incorrect.">
            <a:extLst>
              <a:ext uri="{FF2B5EF4-FFF2-40B4-BE49-F238E27FC236}">
                <a16:creationId xmlns:a16="http://schemas.microsoft.com/office/drawing/2014/main" id="{3C4C3563-67C6-2687-5AC1-A3512214AC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7A3C4C-ACC9-689E-F3F0-A912B9469A4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038225" cy="1981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00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•• PROTECTED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1380FDCC-3BB2-EFE1-2BC9-B6538C7D67F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57309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2253 0.76852 L -2.08333E-7 2.59259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33" y="-3842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865 0.93703 L 0.00026 -0.00255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445" y="-4699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62 0.34213 L -1.04167E-6 1.48148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10" y="-17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ackground Image and Tex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red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5EEF7AD2-EEEA-7CF0-AE0E-90F5B2C2D0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2604857"/>
            <a:ext cx="11580395" cy="42531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6CE08F-C453-A17F-63C5-2D42BB6E81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8556"/>
          <a:stretch>
            <a:fillRect/>
          </a:stretch>
        </p:blipFill>
        <p:spPr>
          <a:xfrm>
            <a:off x="436534" y="607595"/>
            <a:ext cx="6835196" cy="62504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4EBE9F-83EC-77BF-1E1F-907F77691A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461628"/>
            <a:ext cx="4413520" cy="5343088"/>
          </a:xfrm>
          <a:prstGeom prst="rect">
            <a:avLst/>
          </a:prstGeom>
        </p:spPr>
      </p:pic>
      <p:sp>
        <p:nvSpPr>
          <p:cNvPr id="18" name="Freeform 17">
            <a:extLst>
              <a:ext uri="{FF2B5EF4-FFF2-40B4-BE49-F238E27FC236}">
                <a16:creationId xmlns:a16="http://schemas.microsoft.com/office/drawing/2014/main" id="{38793774-506D-CFFF-C44D-AF4916C514C7}"/>
              </a:ext>
            </a:extLst>
          </p:cNvPr>
          <p:cNvSpPr/>
          <p:nvPr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bg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2" name="Picture 1" descr="A red and black corner&#10;&#10;AI-generated content may be incorrect.">
            <a:extLst>
              <a:ext uri="{FF2B5EF4-FFF2-40B4-BE49-F238E27FC236}">
                <a16:creationId xmlns:a16="http://schemas.microsoft.com/office/drawing/2014/main" id="{3C4C3563-67C6-2687-5AC1-A3512214AC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7A3C4C-ACC9-689E-F3F0-A912B9469A4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038225" cy="1981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00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•• PROTECTED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A44D829-B844-1257-EF45-A23F109900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7082" y="883986"/>
            <a:ext cx="3188618" cy="2545014"/>
          </a:xfrm>
          <a:ln>
            <a:noFill/>
          </a:ln>
        </p:spPr>
        <p:txBody>
          <a:bodyPr/>
          <a:lstStyle>
            <a:lvl1pPr>
              <a:defRPr sz="1200" cap="all" baseline="0">
                <a:solidFill>
                  <a:schemeClr val="bg1"/>
                </a:solidFill>
              </a:defRPr>
            </a:lvl1pPr>
            <a:lvl2pPr marL="4763" indent="0">
              <a:buNone/>
              <a:defRPr sz="1200">
                <a:solidFill>
                  <a:schemeClr val="bg1"/>
                </a:solidFill>
              </a:defRPr>
            </a:lvl2pPr>
            <a:lvl3pPr marL="177800" indent="-177800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3pPr>
            <a:lvl4pPr marL="355600" indent="-177800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4pPr>
            <a:lvl5pPr marL="533400" indent="-177800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3101105-5C7A-9E76-1A79-4856A2B372F8}"/>
              </a:ext>
            </a:extLst>
          </p:cNvPr>
          <p:cNvSpPr/>
          <p:nvPr userDrawn="1"/>
        </p:nvSpPr>
        <p:spPr>
          <a:xfrm>
            <a:off x="8133347" y="607595"/>
            <a:ext cx="3447048" cy="1082842"/>
          </a:xfrm>
          <a:custGeom>
            <a:avLst/>
            <a:gdLst>
              <a:gd name="connsiteX0" fmla="*/ 0 w 3447048"/>
              <a:gd name="connsiteY0" fmla="*/ 0 h 1082842"/>
              <a:gd name="connsiteX1" fmla="*/ 3447048 w 3447048"/>
              <a:gd name="connsiteY1" fmla="*/ 0 h 1082842"/>
              <a:gd name="connsiteX2" fmla="*/ 3447048 w 3447048"/>
              <a:gd name="connsiteY2" fmla="*/ 1082842 h 1082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47048" h="1082842">
                <a:moveTo>
                  <a:pt x="0" y="0"/>
                </a:moveTo>
                <a:lnTo>
                  <a:pt x="3447048" y="0"/>
                </a:lnTo>
                <a:lnTo>
                  <a:pt x="3447048" y="1082842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527B6308-95EB-A504-F97D-B1F3B7483B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8DC16F6F-2F72-E581-B679-BD00970740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74680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289 0.65764 L 0.00065 -0.0004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77" y="-3291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3164 0.91366 L 0.00026 0.0007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89" y="-4564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5182 0.62246 L 2.08333E-7 0.0011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91" y="-3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ackground Imag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68548FB-6CC6-94A6-0252-E7D5C70404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89776" y="4541044"/>
            <a:ext cx="6858000" cy="2316956"/>
          </a:xfrm>
          <a:prstGeom prst="rect">
            <a:avLst/>
          </a:prstGeom>
        </p:spPr>
      </p:pic>
      <p:pic>
        <p:nvPicPr>
          <p:cNvPr id="12" name="Picture 11" descr="A red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85A2A938-1153-CD7B-9A11-D9822F4490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487935"/>
            <a:ext cx="9913158" cy="63700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2D60FA-850C-B450-E3CC-AEE5210112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815353"/>
            <a:ext cx="5033890" cy="5042647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DAC5D5C-50BB-35DA-818A-3E141765D0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328520"/>
            <a:ext cx="3995737" cy="4027488"/>
          </a:xfrm>
          <a:solidFill>
            <a:srgbClr val="000000"/>
          </a:solidFill>
        </p:spPr>
        <p:txBody>
          <a:bodyPr lIns="288000" tIns="288000" rIns="288000" bIns="288000"/>
          <a:lstStyle>
            <a:lvl1pPr>
              <a:defRPr sz="2400" b="0" i="0" cap="all" baseline="0">
                <a:solidFill>
                  <a:schemeClr val="bg1"/>
                </a:solidFill>
                <a:latin typeface="Toyota Type Black" panose="020B0502020202020204" pitchFamily="34" charset="0"/>
                <a:cs typeface="Toyota Type Black" panose="020B0502020202020204" pitchFamily="34" charset="0"/>
              </a:defRPr>
            </a:lvl1pPr>
            <a:lvl2pPr marL="4763" indent="0">
              <a:buNone/>
              <a:defRPr sz="2400">
                <a:solidFill>
                  <a:schemeClr val="bg1"/>
                </a:solidFill>
              </a:defRPr>
            </a:lvl2pPr>
            <a:lvl3pPr marL="365125" indent="-365125">
              <a:buClr>
                <a:schemeClr val="bg1"/>
              </a:buClr>
              <a:tabLst/>
              <a:defRPr sz="2400">
                <a:solidFill>
                  <a:schemeClr val="bg1"/>
                </a:solidFill>
              </a:defRPr>
            </a:lvl3pPr>
            <a:lvl4pPr marL="720725" indent="-355600">
              <a:tabLst/>
              <a:defRPr sz="2400">
                <a:solidFill>
                  <a:schemeClr val="bg1"/>
                </a:solidFill>
              </a:defRPr>
            </a:lvl4pPr>
            <a:lvl5pPr marL="1076325" indent="-355600">
              <a:tabLst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2" name="Picture 1" descr="A red and black corner&#10;&#10;AI-generated content may be incorrect.">
            <a:extLst>
              <a:ext uri="{FF2B5EF4-FFF2-40B4-BE49-F238E27FC236}">
                <a16:creationId xmlns:a16="http://schemas.microsoft.com/office/drawing/2014/main" id="{3C4C3563-67C6-2687-5AC1-A3512214AC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914EDED-8A5A-E892-843A-0F3473026941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76299" y="317500"/>
            <a:ext cx="696059" cy="120650"/>
          </a:xfrm>
          <a:prstGeom prst="rect">
            <a:avLst/>
          </a:prstGeom>
        </p:spPr>
      </p:pic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976CCD40-3AFC-977C-E91F-B959BC5FC10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/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0FBFFC9-36A6-0980-C5C8-03383915E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54500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2253 0.76852 L -2.08333E-7 2.59259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33" y="-3842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2865 0.93703 L 0.00026 -0.00255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445" y="-4699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62 0.34213 L -1.04167E-6 1.48148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10" y="-17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ackground Imag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9B68EA79-4218-0F1C-594A-9B74D67591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"/>
          <a:stretch>
            <a:fillRect/>
          </a:stretch>
        </p:blipFill>
        <p:spPr>
          <a:xfrm>
            <a:off x="0" y="2604857"/>
            <a:ext cx="11580395" cy="42531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DF7605-C406-C155-DE46-415CE9B917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8556"/>
          <a:stretch>
            <a:fillRect/>
          </a:stretch>
        </p:blipFill>
        <p:spPr>
          <a:xfrm>
            <a:off x="436534" y="607595"/>
            <a:ext cx="6835196" cy="62504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F4D690-FCE0-1CFD-4134-783BFEF2C6D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461628"/>
            <a:ext cx="4413520" cy="5343088"/>
          </a:xfrm>
          <a:prstGeom prst="rect">
            <a:avLst/>
          </a:prstGeom>
        </p:spPr>
      </p:pic>
      <p:pic>
        <p:nvPicPr>
          <p:cNvPr id="2" name="Picture 1" descr="A red and black corner&#10;&#10;AI-generated content may be incorrect.">
            <a:extLst>
              <a:ext uri="{FF2B5EF4-FFF2-40B4-BE49-F238E27FC236}">
                <a16:creationId xmlns:a16="http://schemas.microsoft.com/office/drawing/2014/main" id="{3C4C3563-67C6-2687-5AC1-A3512214AC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E5C0BA9-AD0D-4A39-AA42-2CED88827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A44D829-B844-1257-EF45-A23F109900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7082" y="883986"/>
            <a:ext cx="3188618" cy="2545014"/>
          </a:xfrm>
          <a:noFill/>
          <a:ln>
            <a:noFill/>
          </a:ln>
        </p:spPr>
        <p:txBody>
          <a:bodyPr/>
          <a:lstStyle>
            <a:lvl1pPr>
              <a:defRPr sz="1200" cap="all" baseline="0">
                <a:solidFill>
                  <a:schemeClr val="accent2"/>
                </a:solidFill>
              </a:defRPr>
            </a:lvl1pPr>
            <a:lvl2pPr marL="4763" indent="0">
              <a:buNone/>
              <a:defRPr sz="1200">
                <a:solidFill>
                  <a:schemeClr val="accent2"/>
                </a:solidFill>
              </a:defRPr>
            </a:lvl2pPr>
            <a:lvl3pPr marL="177800" indent="-177800">
              <a:buClr>
                <a:schemeClr val="bg1"/>
              </a:buClr>
              <a:tabLst/>
              <a:defRPr sz="1200">
                <a:solidFill>
                  <a:schemeClr val="accent2"/>
                </a:solidFill>
              </a:defRPr>
            </a:lvl3pPr>
            <a:lvl4pPr marL="355600" indent="-177800">
              <a:buClr>
                <a:schemeClr val="bg1"/>
              </a:buClr>
              <a:tabLst/>
              <a:defRPr sz="1200">
                <a:solidFill>
                  <a:schemeClr val="accent2"/>
                </a:solidFill>
              </a:defRPr>
            </a:lvl4pPr>
            <a:lvl5pPr marL="533400" indent="-177800">
              <a:buClr>
                <a:schemeClr val="bg1"/>
              </a:buClr>
              <a:tabLst/>
              <a:defRPr sz="12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3101105-5C7A-9E76-1A79-4856A2B372F8}"/>
              </a:ext>
            </a:extLst>
          </p:cNvPr>
          <p:cNvSpPr/>
          <p:nvPr userDrawn="1"/>
        </p:nvSpPr>
        <p:spPr>
          <a:xfrm>
            <a:off x="8133347" y="607595"/>
            <a:ext cx="3447048" cy="1082842"/>
          </a:xfrm>
          <a:custGeom>
            <a:avLst/>
            <a:gdLst>
              <a:gd name="connsiteX0" fmla="*/ 0 w 3447048"/>
              <a:gd name="connsiteY0" fmla="*/ 0 h 1082842"/>
              <a:gd name="connsiteX1" fmla="*/ 3447048 w 3447048"/>
              <a:gd name="connsiteY1" fmla="*/ 0 h 1082842"/>
              <a:gd name="connsiteX2" fmla="*/ 3447048 w 3447048"/>
              <a:gd name="connsiteY2" fmla="*/ 1082842 h 1082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47048" h="1082842">
                <a:moveTo>
                  <a:pt x="0" y="0"/>
                </a:moveTo>
                <a:lnTo>
                  <a:pt x="3447048" y="0"/>
                </a:lnTo>
                <a:lnTo>
                  <a:pt x="3447048" y="1082842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A5D0A1-0D31-F6B2-E660-4344200B00C9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76299" y="317500"/>
            <a:ext cx="696059" cy="120650"/>
          </a:xfrm>
          <a:prstGeom prst="rect">
            <a:avLst/>
          </a:prstGeom>
        </p:spPr>
      </p:pic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3BE6510F-50AA-729F-7C26-1FFBA71F55F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62480" y="282355"/>
            <a:ext cx="513274" cy="205579"/>
          </a:xfrm>
        </p:spPr>
        <p:txBody>
          <a:bodyPr/>
          <a:lstStyle/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68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289 0.65764 L 0.00065 -0.0004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77" y="-3291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3164 0.91366 L 0.00026 0.0007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589" y="-4564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5182 0.62246 L 2.08333E-7 0.0011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591" y="-3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35D9439-A7D6-686F-B81B-A7AB59E382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08650" y="0"/>
            <a:ext cx="6483350" cy="3640138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/>
            </a:lvl1pPr>
          </a:lstStyle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5F0ABE2-8F6D-B182-E1D4-750E3215B2C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90237" y="2983833"/>
            <a:ext cx="6942221" cy="3952372"/>
          </a:xfrm>
          <a:solidFill>
            <a:schemeClr val="accent5"/>
          </a:solidFill>
          <a:ln w="1524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algn="ctr">
              <a:defRPr sz="9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7526D-A812-F713-2D61-90E7026B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69" y="256418"/>
            <a:ext cx="5173299" cy="1048507"/>
          </a:xfrm>
        </p:spPr>
        <p:txBody>
          <a:bodyPr/>
          <a:lstStyle/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A7554-BFF4-E819-45FF-C3BAEC04D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232753"/>
            <a:ext cx="5145421" cy="16608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9ADF-932A-26E0-B999-20735A46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BEECE6A-7597-AF9B-1BBF-481FACB1D01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152601" y="4480311"/>
            <a:ext cx="4717137" cy="16608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GB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F17DA20-769C-9ECA-0CFF-2A3A0A6F01A1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075277" y="317500"/>
            <a:ext cx="694800" cy="1188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 </a:t>
            </a:r>
          </a:p>
        </p:txBody>
      </p:sp>
      <p:pic>
        <p:nvPicPr>
          <p:cNvPr id="4" name="Picture 3" descr="A red and black corner&#10;&#10;AI-generated content may be incorrect.">
            <a:extLst>
              <a:ext uri="{FF2B5EF4-FFF2-40B4-BE49-F238E27FC236}">
                <a16:creationId xmlns:a16="http://schemas.microsoft.com/office/drawing/2014/main" id="{D6496BF3-5E81-6FB8-6F3F-BCB0878EB6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0377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526D-A812-F713-2D61-90E7026B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A7554-BFF4-E819-45FF-C3BAEC04D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500"/>
              </a:spcBef>
              <a:spcAft>
                <a:spcPts val="500"/>
              </a:spcAft>
              <a:defRPr/>
            </a:lvl1pPr>
            <a:lvl2pPr marL="347663" indent="-342900"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.Hiragino Kaku Gothic Interface W3"/>
              <a:buChar char="▪"/>
              <a:defRPr/>
            </a:lvl2pPr>
            <a:lvl3pPr marL="712788" indent="-347663">
              <a:tabLst/>
              <a:defRPr/>
            </a:lvl3pPr>
            <a:lvl4pPr marL="1071563" indent="-354013">
              <a:tabLst/>
              <a:defRPr/>
            </a:lvl4pPr>
            <a:lvl5pPr marL="1425575" indent="-3603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01E90-A0BA-F7C2-B385-E9383A15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9ADF-932A-26E0-B999-20735A46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F295-AD1D-4613-B10F-F094A0B7B12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35A4F8E-BBD4-173C-6C1B-3E949CAD78FC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accent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4" name="Picture 3" descr="A red and black corner&#10;&#10;AI-generated content may be incorrect.">
            <a:extLst>
              <a:ext uri="{FF2B5EF4-FFF2-40B4-BE49-F238E27FC236}">
                <a16:creationId xmlns:a16="http://schemas.microsoft.com/office/drawing/2014/main" id="{4CE6E03C-FB1F-50F9-03EA-AF6DF4B7B1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39761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4542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198AD6EA-8F52-401E-3AA7-B1DA778AC8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09774" y="608012"/>
            <a:ext cx="6182226" cy="6249988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/>
            </a:lvl1pPr>
          </a:lstStyle>
          <a:p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3C53C591-0E90-776D-1D39-56BD2C526F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553" y="3741821"/>
            <a:ext cx="4908884" cy="3194384"/>
          </a:xfrm>
          <a:solidFill>
            <a:schemeClr val="accent5"/>
          </a:solidFill>
          <a:ln w="1524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algn="ctr">
              <a:defRPr sz="9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7526D-A812-F713-2D61-90E7026B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70" y="256418"/>
            <a:ext cx="4974778" cy="10485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A7554-BFF4-E819-45FF-C3BAEC04D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4" y="1232753"/>
            <a:ext cx="4952916" cy="4351338"/>
          </a:xfrm>
        </p:spPr>
        <p:txBody>
          <a:bodyPr/>
          <a:lstStyle>
            <a:lvl1pPr>
              <a:spcBef>
                <a:spcPts val="500"/>
              </a:spcBef>
              <a:spcAft>
                <a:spcPts val="500"/>
              </a:spcAft>
              <a:defRPr/>
            </a:lvl1pPr>
            <a:lvl2pPr marL="347663" indent="-342900"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.Hiragino Kaku Gothic Interface W3"/>
              <a:buChar char="▪"/>
              <a:defRPr/>
            </a:lvl2pPr>
            <a:lvl3pPr marL="712788" indent="-347663">
              <a:tabLst/>
              <a:defRPr/>
            </a:lvl3pPr>
            <a:lvl4pPr marL="1071563" indent="-354013">
              <a:tabLst/>
              <a:defRPr/>
            </a:lvl4pPr>
            <a:lvl5pPr marL="1425575" indent="-3603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01E90-A0BA-F7C2-B385-E9383A15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9ADF-932A-26E0-B999-20735A46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F295-AD1D-4613-B10F-F094A0B7B12B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142E4F-9C30-722B-FE09-313840EBB109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accent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8" name="Picture 7" descr="A red and black corner&#10;&#10;AI-generated content may be incorrect.">
            <a:extLst>
              <a:ext uri="{FF2B5EF4-FFF2-40B4-BE49-F238E27FC236}">
                <a16:creationId xmlns:a16="http://schemas.microsoft.com/office/drawing/2014/main" id="{22F2FF89-EA53-53BE-CE84-E78DB709F0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078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A55650-3FFA-3CC2-8A11-18B195C9959B}"/>
              </a:ext>
            </a:extLst>
          </p:cNvPr>
          <p:cNvSpPr/>
          <p:nvPr userDrawn="1"/>
        </p:nvSpPr>
        <p:spPr>
          <a:xfrm>
            <a:off x="6172200" y="1064795"/>
            <a:ext cx="5269832" cy="52457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198AD6EA-8F52-401E-3AA7-B1DA778AC8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2594" y="902368"/>
            <a:ext cx="5258219" cy="5269832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7526D-A812-F713-2D61-90E7026B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70" y="256418"/>
            <a:ext cx="4974778" cy="1048507"/>
          </a:xfrm>
        </p:spPr>
        <p:txBody>
          <a:bodyPr/>
          <a:lstStyle/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A7554-BFF4-E819-45FF-C3BAEC04D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4" y="1232753"/>
            <a:ext cx="4952916" cy="4351338"/>
          </a:xfrm>
        </p:spPr>
        <p:txBody>
          <a:bodyPr/>
          <a:lstStyle>
            <a:lvl1pPr>
              <a:spcBef>
                <a:spcPts val="500"/>
              </a:spcBef>
              <a:spcAft>
                <a:spcPts val="500"/>
              </a:spcAft>
              <a:defRPr/>
            </a:lvl1pPr>
            <a:lvl2pPr marL="347663" indent="-342900"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.Hiragino Kaku Gothic Interface W3"/>
              <a:buChar char="▪"/>
              <a:defRPr/>
            </a:lvl2pPr>
            <a:lvl3pPr marL="712788" indent="-347663">
              <a:tabLst/>
              <a:defRPr/>
            </a:lvl3pPr>
            <a:lvl4pPr marL="1071563" indent="-354013">
              <a:tabLst/>
              <a:defRPr/>
            </a:lvl4pPr>
            <a:lvl5pPr marL="1425575" indent="-3603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01E90-A0BA-F7C2-B385-E9383A15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9ADF-932A-26E0-B999-20735A46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F295-AD1D-4613-B10F-F094A0B7B12B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43ECD22-CAB6-144C-1531-71BD0D697562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accent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7" name="Picture 6" descr="A red and black corner&#10;&#10;AI-generated content may be incorrect.">
            <a:extLst>
              <a:ext uri="{FF2B5EF4-FFF2-40B4-BE49-F238E27FC236}">
                <a16:creationId xmlns:a16="http://schemas.microsoft.com/office/drawing/2014/main" id="{3A50D59A-DD94-F154-49F6-B87D5F7A11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329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198AD6EA-8F52-401E-3AA7-B1DA778AC8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1" y="0"/>
            <a:ext cx="6096000" cy="3429000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/>
            </a:lvl1pPr>
          </a:lstStyle>
          <a:p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73EE6482-6E38-EC06-A5CF-B6ECE44BAF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1" y="3429000"/>
            <a:ext cx="6096000" cy="3429000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7526D-A812-F713-2D61-90E7026B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70" y="256418"/>
            <a:ext cx="4974778" cy="1048507"/>
          </a:xfrm>
        </p:spPr>
        <p:txBody>
          <a:bodyPr/>
          <a:lstStyle/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A7554-BFF4-E819-45FF-C3BAEC04D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4" y="1232753"/>
            <a:ext cx="4952916" cy="4351338"/>
          </a:xfrm>
        </p:spPr>
        <p:txBody>
          <a:bodyPr/>
          <a:lstStyle>
            <a:lvl1pPr>
              <a:spcBef>
                <a:spcPts val="500"/>
              </a:spcBef>
              <a:spcAft>
                <a:spcPts val="500"/>
              </a:spcAft>
              <a:defRPr/>
            </a:lvl1pPr>
            <a:lvl2pPr marL="347663" indent="-342900"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.Hiragino Kaku Gothic Interface W3"/>
              <a:buChar char="▪"/>
              <a:defRPr/>
            </a:lvl2pPr>
            <a:lvl3pPr marL="712788" indent="-347663">
              <a:tabLst/>
              <a:defRPr/>
            </a:lvl3pPr>
            <a:lvl4pPr marL="1071563" indent="-354013">
              <a:tabLst/>
              <a:defRPr/>
            </a:lvl4pPr>
            <a:lvl5pPr marL="1425575" indent="-360363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01E90-A0BA-F7C2-B385-E9383A15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9ADF-932A-26E0-B999-20735A46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3">
            <a:extLst>
              <a:ext uri="{FF2B5EF4-FFF2-40B4-BE49-F238E27FC236}">
                <a16:creationId xmlns:a16="http://schemas.microsoft.com/office/drawing/2014/main" id="{656E103A-BDA8-695A-0B35-14875F7AECED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075277" y="317500"/>
            <a:ext cx="694800" cy="1188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 </a:t>
            </a:r>
          </a:p>
        </p:txBody>
      </p:sp>
      <p:pic>
        <p:nvPicPr>
          <p:cNvPr id="7" name="Picture 6" descr="A red and black corner&#10;&#10;AI-generated content may be incorrect.">
            <a:extLst>
              <a:ext uri="{FF2B5EF4-FFF2-40B4-BE49-F238E27FC236}">
                <a16:creationId xmlns:a16="http://schemas.microsoft.com/office/drawing/2014/main" id="{C4FFEB31-A181-AD00-52FB-36A24ABE25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7573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745F34-7200-AB9F-31F9-D16374CB1344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198AD6EA-8F52-401E-3AA7-B1DA778AC8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34725" y="2075446"/>
            <a:ext cx="5057275" cy="2322095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7526D-A812-F713-2D61-90E7026B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70" y="256418"/>
            <a:ext cx="4974778" cy="10485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A7554-BFF4-E819-45FF-C3BAEC04D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4" y="1232753"/>
            <a:ext cx="4952916" cy="4351338"/>
          </a:xfrm>
        </p:spPr>
        <p:txBody>
          <a:bodyPr/>
          <a:lstStyle>
            <a:lvl1pPr>
              <a:spcBef>
                <a:spcPts val="500"/>
              </a:spcBef>
              <a:spcAft>
                <a:spcPts val="500"/>
              </a:spcAft>
              <a:defRPr>
                <a:solidFill>
                  <a:schemeClr val="bg1"/>
                </a:solidFill>
              </a:defRPr>
            </a:lvl1pPr>
            <a:lvl2pPr marL="347663" indent="-342900"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.Hiragino Kaku Gothic Interface W3"/>
              <a:buChar char="▪"/>
              <a:defRPr>
                <a:solidFill>
                  <a:schemeClr val="bg1"/>
                </a:solidFill>
              </a:defRPr>
            </a:lvl2pPr>
            <a:lvl3pPr marL="712788" indent="-347663"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 marL="1071563" indent="-354013"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4pPr>
            <a:lvl5pPr marL="1425575" indent="-360363"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01E90-A0BA-F7C2-B385-E9383A15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9ADF-932A-26E0-B999-20735A46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3FC3432-698D-1E89-5F66-458A0B7A64E1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accent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8" name="Picture 7" descr="A red and black corner&#10;&#10;AI-generated content may be incorrect.">
            <a:extLst>
              <a:ext uri="{FF2B5EF4-FFF2-40B4-BE49-F238E27FC236}">
                <a16:creationId xmlns:a16="http://schemas.microsoft.com/office/drawing/2014/main" id="{49AD72F4-A163-07B6-42A8-2AB846ACA7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528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745F34-7200-AB9F-31F9-D16374CB1344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7526D-A812-F713-2D61-90E7026B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70" y="256418"/>
            <a:ext cx="5173298" cy="9647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A7554-BFF4-E819-45FF-C3BAEC04D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232753"/>
            <a:ext cx="5127373" cy="4351338"/>
          </a:xfrm>
        </p:spPr>
        <p:txBody>
          <a:bodyPr/>
          <a:lstStyle>
            <a:lvl1pPr>
              <a:spcBef>
                <a:spcPts val="500"/>
              </a:spcBef>
              <a:spcAft>
                <a:spcPts val="500"/>
              </a:spcAft>
              <a:defRPr>
                <a:solidFill>
                  <a:schemeClr val="bg1"/>
                </a:solidFill>
              </a:defRPr>
            </a:lvl1pPr>
            <a:lvl2pPr marL="347663" indent="-342900"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.Hiragino Kaku Gothic Interface W3"/>
              <a:buChar char="▪"/>
              <a:defRPr>
                <a:solidFill>
                  <a:schemeClr val="bg1"/>
                </a:solidFill>
              </a:defRPr>
            </a:lvl2pPr>
            <a:lvl3pPr marL="712788" indent="-347663"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 marL="1071563" indent="-354013"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4pPr>
            <a:lvl5pPr marL="1425575" indent="-360363"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01E90-A0BA-F7C2-B385-E9383A15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9ADF-932A-26E0-B999-20735A46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CE8FE4A-FD14-50D9-AC6D-C2F656276D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1288" y="1268829"/>
            <a:ext cx="5378450" cy="5267911"/>
          </a:xfrm>
        </p:spPr>
        <p:txBody>
          <a:bodyPr/>
          <a:lstStyle>
            <a:lvl1pPr>
              <a:defRPr sz="1200"/>
            </a:lvl1pPr>
            <a:lvl2pPr marL="179388" indent="-174625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tabLst/>
              <a:defRPr sz="1200"/>
            </a:lvl2pPr>
            <a:lvl3pPr marL="358775" indent="-179388"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tabLst/>
              <a:defRPr sz="1200"/>
            </a:lvl3pPr>
            <a:lvl4pPr marL="538163" indent="-179388"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tabLst/>
              <a:defRPr sz="1200"/>
            </a:lvl4pPr>
            <a:lvl5pPr marL="712788" indent="-174625"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9A5EEEF-C7B3-15AC-3692-A48683485BF0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accent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4" name="Picture 3" descr="A red and black corner&#10;&#10;AI-generated content may be incorrect.">
            <a:extLst>
              <a:ext uri="{FF2B5EF4-FFF2-40B4-BE49-F238E27FC236}">
                <a16:creationId xmlns:a16="http://schemas.microsoft.com/office/drawing/2014/main" id="{083B9F02-11F4-2D46-1ADF-CF33DF385B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579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745F34-7200-AB9F-31F9-D16374CB1344}"/>
              </a:ext>
            </a:extLst>
          </p:cNvPr>
          <p:cNvSpPr/>
          <p:nvPr userDrawn="1"/>
        </p:nvSpPr>
        <p:spPr>
          <a:xfrm>
            <a:off x="-1" y="608012"/>
            <a:ext cx="11580813" cy="62499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7526D-A812-F713-2D61-90E7026B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70" y="1251284"/>
            <a:ext cx="7465314" cy="4830678"/>
          </a:xfrm>
        </p:spPr>
        <p:txBody>
          <a:bodyPr/>
          <a:lstStyle>
            <a:lvl1pPr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01E90-A0BA-F7C2-B385-E9383A15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9ADF-932A-26E0-B999-20735A46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AF3EA58-62C4-FB69-87B0-D083E7EF6ED4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accent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F88BCBB0-A54F-6E24-B652-AE51FE47F0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5377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526D-A812-F713-2D61-90E7026B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70" y="263356"/>
            <a:ext cx="7465314" cy="5764462"/>
          </a:xfrm>
        </p:spPr>
        <p:txBody>
          <a:bodyPr/>
          <a:lstStyle>
            <a:lvl1pPr>
              <a:defRPr sz="3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01E90-A0BA-F7C2-B385-E9383A15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9ADF-932A-26E0-B999-20735A46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AF3EA58-62C4-FB69-87B0-D083E7EF6ED4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bg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69B72B75-9E98-37B5-7A61-5E7D37F7B3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110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Pi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itle Text"/>
          <p:cNvSpPr txBox="1">
            <a:spLocks noGrp="1"/>
          </p:cNvSpPr>
          <p:nvPr>
            <p:ph type="title"/>
          </p:nvPr>
        </p:nvSpPr>
        <p:spPr>
          <a:xfrm>
            <a:off x="319252" y="259456"/>
            <a:ext cx="5467186" cy="104546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/>
            </a:lvl1pPr>
          </a:lstStyle>
          <a:p>
            <a:r>
              <a:t>Title Text</a:t>
            </a:r>
          </a:p>
        </p:txBody>
      </p:sp>
      <p:sp>
        <p:nvSpPr>
          <p:cNvPr id="32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593633" y="1279525"/>
            <a:ext cx="5331667" cy="5275263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500"/>
              </a:spcBef>
              <a:defRPr sz="1200">
                <a:solidFill>
                  <a:schemeClr val="accent2"/>
                </a:solidFill>
                <a:latin typeface="+mn-lt"/>
                <a:ea typeface="Toyota Type"/>
                <a:cs typeface="Toyota Type"/>
                <a:sym typeface="Toyota Type"/>
              </a:defRPr>
            </a:lvl1pPr>
            <a:lvl2pPr marL="134937" indent="-134937" algn="l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ct val="100000"/>
              <a:buFont typeface=".Hiragino Kaku Gothic Interface W3"/>
              <a:buChar char="▪"/>
              <a:defRPr sz="1200">
                <a:solidFill>
                  <a:schemeClr val="accent2"/>
                </a:solidFill>
                <a:latin typeface="+mn-lt"/>
                <a:ea typeface="Toyota Type"/>
                <a:cs typeface="Toyota Type"/>
                <a:sym typeface="Toyota Type"/>
              </a:defRPr>
            </a:lvl2pPr>
            <a:lvl3pPr marL="358775" indent="-136525" algn="l"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ct val="100000"/>
              <a:buFont typeface=".Hiragino Kaku Gothic Interface W3"/>
              <a:buChar char="▪"/>
              <a:defRPr sz="1200">
                <a:solidFill>
                  <a:schemeClr val="accent2"/>
                </a:solidFill>
                <a:latin typeface="+mn-lt"/>
                <a:ea typeface="Toyota Type"/>
                <a:cs typeface="Toyota Type"/>
                <a:sym typeface="Toyota Type"/>
              </a:defRPr>
            </a:lvl3pPr>
            <a:lvl4pPr marL="488950" indent="-130175" algn="l"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ct val="100000"/>
              <a:buFont typeface=".Hiragino Kaku Gothic Interface W3"/>
              <a:buChar char="▪"/>
              <a:defRPr sz="1200">
                <a:solidFill>
                  <a:schemeClr val="accent2"/>
                </a:solidFill>
                <a:latin typeface="+mn-lt"/>
                <a:ea typeface="Toyota Type"/>
                <a:cs typeface="Toyota Type"/>
                <a:sym typeface="Toyota Type"/>
              </a:defRPr>
            </a:lvl4pPr>
            <a:lvl5pPr marL="625475" indent="-136525" algn="l"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buSzPct val="100000"/>
              <a:buFont typeface=".Hiragino Kaku Gothic Interface W3"/>
              <a:buChar char="▪"/>
              <a:defRPr sz="1200">
                <a:solidFill>
                  <a:schemeClr val="accent2"/>
                </a:solidFill>
                <a:latin typeface="+mn-lt"/>
                <a:ea typeface="Toyota Type"/>
                <a:cs typeface="Toyota Type"/>
                <a:sym typeface="Toyota Type"/>
              </a:defRPr>
            </a:lvl5pPr>
          </a:lstStyle>
          <a:p>
            <a:r>
              <a:t>Body Level One</a:t>
            </a:r>
          </a:p>
          <a:p>
            <a:pPr lvl="1"/>
            <a:r>
              <a:rPr lang="en-AU"/>
              <a:t>Body Level Two</a:t>
            </a:r>
          </a:p>
          <a:p>
            <a:pPr lvl="2"/>
            <a:r>
              <a:rPr lang="en-AU"/>
              <a:t>Body Level Three</a:t>
            </a:r>
          </a:p>
          <a:p>
            <a:pPr lvl="3"/>
            <a:r>
              <a:rPr lang="en-AU"/>
              <a:t>Body Level Four</a:t>
            </a:r>
          </a:p>
          <a:p>
            <a:pPr lvl="4"/>
            <a:r>
              <a:rPr lang="en-AU"/>
              <a:t>Body Level Five</a:t>
            </a:r>
          </a:p>
        </p:txBody>
      </p:sp>
      <p:pic>
        <p:nvPicPr>
          <p:cNvPr id="331" name="Picture 10" descr="Picture 1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9015520" y="2567951"/>
            <a:ext cx="1404001" cy="2555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A446BFA-B392-0C95-5E4E-B3BFBE27F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F033A2F-1607-E477-A949-1B6B019A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825BE36-A990-A369-6256-8080F6A4ED08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accent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5" name="Picture 4" descr="A red and black corner&#10;&#10;AI-generated content may be incorrect.">
            <a:extLst>
              <a:ext uri="{FF2B5EF4-FFF2-40B4-BE49-F238E27FC236}">
                <a16:creationId xmlns:a16="http://schemas.microsoft.com/office/drawing/2014/main" id="{6754143F-8467-71DF-962E-E1ED23B4F7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88764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pag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9E7301-2BB8-466A-B372-CADE3FDDB6F9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D14C13A-0C6E-5E6B-D120-7D4569DF7A47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accent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3E171-060C-4868-4E7F-191D13479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Text">
            <a:extLst>
              <a:ext uri="{FF2B5EF4-FFF2-40B4-BE49-F238E27FC236}">
                <a16:creationId xmlns:a16="http://schemas.microsoft.com/office/drawing/2014/main" id="{8B7F2303-030C-E9C6-C94F-E10B356CA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252" y="259456"/>
            <a:ext cx="5467186" cy="104546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FCBD1C-A9FD-5E93-BB69-290146941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E00C72C-F021-3BF3-92EE-472EDDD2D4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91300" y="1273175"/>
            <a:ext cx="4989513" cy="5249863"/>
          </a:xfrm>
        </p:spPr>
        <p:txBody>
          <a:bodyPr/>
          <a:lstStyle>
            <a:lvl1pPr>
              <a:spcBef>
                <a:spcPts val="3000"/>
              </a:spcBef>
              <a:spcAft>
                <a:spcPts val="1500"/>
              </a:spcAft>
              <a:defRPr sz="1200" b="1" i="0" cap="all" baseline="0">
                <a:latin typeface="Toyota Type Semibold" panose="020B0502020202020204" pitchFamily="34" charset="0"/>
                <a:cs typeface="Toyota Type Semibold" panose="020B0502020202020204" pitchFamily="34" charset="0"/>
              </a:defRPr>
            </a:lvl1pPr>
            <a:lvl2pPr marL="4763" indent="0">
              <a:buNone/>
              <a:defRPr sz="1200"/>
            </a:lvl2pPr>
            <a:lvl3pPr marL="177800" indent="-177800">
              <a:tabLst/>
              <a:defRPr sz="1200"/>
            </a:lvl3pPr>
            <a:lvl4pPr marL="355600" indent="-177800">
              <a:tabLst/>
              <a:defRPr sz="1200"/>
            </a:lvl4pPr>
            <a:lvl5pPr marL="533400" indent="-177800"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E877A30E-3099-7C45-27AE-BF49786628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10830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page char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450BEEA-2A65-64D3-C063-843C44BF2B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1" y="0"/>
            <a:ext cx="6096000" cy="3429000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3E171-060C-4868-4E7F-191D13479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Text">
            <a:extLst>
              <a:ext uri="{FF2B5EF4-FFF2-40B4-BE49-F238E27FC236}">
                <a16:creationId xmlns:a16="http://schemas.microsoft.com/office/drawing/2014/main" id="{8B7F2303-030C-E9C6-C94F-E10B356CA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252" y="259456"/>
            <a:ext cx="5467186" cy="104546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FCBD1C-A9FD-5E93-BB69-290146941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1DB57F7D-9390-9228-9480-9B8C897172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1" y="3429000"/>
            <a:ext cx="6096000" cy="3429000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/>
            </a:lvl1pPr>
          </a:lstStyle>
          <a:p>
            <a:endParaRPr lang="en-US"/>
          </a:p>
        </p:txBody>
      </p:sp>
      <p:sp>
        <p:nvSpPr>
          <p:cNvPr id="13" name="Date Placeholder 13">
            <a:extLst>
              <a:ext uri="{FF2B5EF4-FFF2-40B4-BE49-F238E27FC236}">
                <a16:creationId xmlns:a16="http://schemas.microsoft.com/office/drawing/2014/main" id="{29E81F3E-EE34-A8F1-05A1-55037A73336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075277" y="317500"/>
            <a:ext cx="694800" cy="1188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 </a:t>
            </a:r>
          </a:p>
        </p:txBody>
      </p:sp>
      <p:pic>
        <p:nvPicPr>
          <p:cNvPr id="2" name="Picture 1" descr="A red and black corner&#10;&#10;AI-generated content may be incorrect.">
            <a:extLst>
              <a:ext uri="{FF2B5EF4-FFF2-40B4-BE49-F238E27FC236}">
                <a16:creationId xmlns:a16="http://schemas.microsoft.com/office/drawing/2014/main" id="{8A5F3C62-5A61-B461-5186-6E1B1F9441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645253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ull pag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2D14C13A-0C6E-5E6B-D120-7D4569DF7A47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accent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3E171-060C-4868-4E7F-191D13479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Text">
            <a:extLst>
              <a:ext uri="{FF2B5EF4-FFF2-40B4-BE49-F238E27FC236}">
                <a16:creationId xmlns:a16="http://schemas.microsoft.com/office/drawing/2014/main" id="{8B7F2303-030C-E9C6-C94F-E10B356CA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252" y="259456"/>
            <a:ext cx="5467186" cy="104546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>
                <a:solidFill>
                  <a:schemeClr val="accent1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FCBD1C-A9FD-5E93-BB69-290146941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E00C72C-F021-3BF3-92EE-472EDDD2D4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3200" y="2603500"/>
            <a:ext cx="4989513" cy="3919538"/>
          </a:xfrm>
        </p:spPr>
        <p:txBody>
          <a:bodyPr/>
          <a:lstStyle>
            <a:lvl1pPr>
              <a:spcBef>
                <a:spcPts val="3000"/>
              </a:spcBef>
              <a:spcAft>
                <a:spcPts val="1500"/>
              </a:spcAft>
              <a:defRPr sz="1200" b="1" i="0" cap="all" baseline="0">
                <a:latin typeface="Toyota Type Semibold" panose="020B0502020202020204" pitchFamily="34" charset="0"/>
                <a:cs typeface="Toyota Type Semibold" panose="020B0502020202020204" pitchFamily="34" charset="0"/>
              </a:defRPr>
            </a:lvl1pPr>
            <a:lvl2pPr marL="4763" indent="0">
              <a:spcAft>
                <a:spcPts val="1500"/>
              </a:spcAft>
              <a:buNone/>
              <a:defRPr sz="1200"/>
            </a:lvl2pPr>
            <a:lvl3pPr marL="177800" indent="-177800">
              <a:tabLst/>
              <a:defRPr sz="1200"/>
            </a:lvl3pPr>
            <a:lvl4pPr marL="355600" indent="-177800">
              <a:tabLst/>
              <a:defRPr sz="1200"/>
            </a:lvl4pPr>
            <a:lvl5pPr marL="533400" indent="-177800"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55EE0E-EB48-E1A7-8A69-7CEEF2569A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4313" y="1466850"/>
            <a:ext cx="5195887" cy="9334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55186A2-004E-4617-563B-F314DA775A3D}"/>
              </a:ext>
            </a:extLst>
          </p:cNvPr>
          <p:cNvSpPr/>
          <p:nvPr userDrawn="1"/>
        </p:nvSpPr>
        <p:spPr>
          <a:xfrm>
            <a:off x="6572250" y="1308100"/>
            <a:ext cx="5308600" cy="844550"/>
          </a:xfrm>
          <a:custGeom>
            <a:avLst/>
            <a:gdLst>
              <a:gd name="connsiteX0" fmla="*/ 0 w 5308600"/>
              <a:gd name="connsiteY0" fmla="*/ 0 h 806450"/>
              <a:gd name="connsiteX1" fmla="*/ 5308600 w 5308600"/>
              <a:gd name="connsiteY1" fmla="*/ 0 h 806450"/>
              <a:gd name="connsiteX2" fmla="*/ 5308600 w 5308600"/>
              <a:gd name="connsiteY2" fmla="*/ 806450 h 806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08600" h="806450">
                <a:moveTo>
                  <a:pt x="0" y="0"/>
                </a:moveTo>
                <a:lnTo>
                  <a:pt x="5308600" y="0"/>
                </a:lnTo>
                <a:lnTo>
                  <a:pt x="5308600" y="80645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743F898-81DD-9F6A-3B72-94DDCED77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263" y="914400"/>
            <a:ext cx="5049837" cy="5403850"/>
          </a:xfrm>
        </p:spPr>
        <p:txBody>
          <a:bodyPr/>
          <a:lstStyle>
            <a:lvl1pPr>
              <a:spcAft>
                <a:spcPts val="1500"/>
              </a:spcAft>
              <a:defRPr sz="1200">
                <a:solidFill>
                  <a:schemeClr val="accent1"/>
                </a:solidFill>
              </a:defRPr>
            </a:lvl1pPr>
            <a:lvl2pPr marL="0" indent="0">
              <a:spcAft>
                <a:spcPts val="1500"/>
              </a:spcAft>
              <a:buNone/>
              <a:defRPr sz="1200"/>
            </a:lvl2pPr>
            <a:lvl3pPr marL="177800" indent="-177800">
              <a:spcBef>
                <a:spcPts val="0"/>
              </a:spcBef>
              <a:spcAft>
                <a:spcPts val="500"/>
              </a:spcAft>
              <a:tabLst/>
              <a:defRPr sz="1200"/>
            </a:lvl3pPr>
            <a:lvl4pPr marL="355600" indent="-177800">
              <a:spcBef>
                <a:spcPts val="0"/>
              </a:spcBef>
              <a:spcAft>
                <a:spcPts val="500"/>
              </a:spcAft>
              <a:tabLst/>
              <a:defRPr sz="1200"/>
            </a:lvl4pPr>
            <a:lvl5pPr marL="533400" indent="-177800">
              <a:spcBef>
                <a:spcPts val="0"/>
              </a:spcBef>
              <a:spcAft>
                <a:spcPts val="500"/>
              </a:spcAft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087789EC-0570-CD57-F9F9-22D2B1D870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974144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ull pag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2D14C13A-0C6E-5E6B-D120-7D4569DF7A47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accent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3E171-060C-4868-4E7F-191D13479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Text">
            <a:extLst>
              <a:ext uri="{FF2B5EF4-FFF2-40B4-BE49-F238E27FC236}">
                <a16:creationId xmlns:a16="http://schemas.microsoft.com/office/drawing/2014/main" id="{8B7F2303-030C-E9C6-C94F-E10B356CA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252" y="259456"/>
            <a:ext cx="5467186" cy="104546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>
                <a:solidFill>
                  <a:schemeClr val="accent1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FCBD1C-A9FD-5E93-BB69-290146941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E00C72C-F021-3BF3-92EE-472EDDD2D4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1473200"/>
            <a:ext cx="5451475" cy="4889499"/>
          </a:xfrm>
        </p:spPr>
        <p:txBody>
          <a:bodyPr/>
          <a:lstStyle>
            <a:lvl1pPr marL="0" indent="0">
              <a:spcBef>
                <a:spcPts val="3000"/>
              </a:spcBef>
              <a:spcAft>
                <a:spcPts val="1500"/>
              </a:spcAft>
              <a:buFont typeface="+mj-lt"/>
              <a:buNone/>
              <a:tabLst/>
              <a:defRPr sz="1000" b="1" i="0" cap="all" baseline="0">
                <a:latin typeface="Toyota Type Semibold" panose="020B0502020202020204" pitchFamily="34" charset="0"/>
                <a:cs typeface="Toyota Type Semibold" panose="020B0502020202020204" pitchFamily="34" charset="0"/>
              </a:defRPr>
            </a:lvl1pPr>
            <a:lvl2pPr marL="4763" indent="0">
              <a:spcAft>
                <a:spcPts val="1500"/>
              </a:spcAft>
              <a:buNone/>
              <a:defRPr sz="1000"/>
            </a:lvl2pPr>
            <a:lvl3pPr marL="177800" indent="-177800"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tabLst/>
              <a:defRPr sz="1000"/>
            </a:lvl3pPr>
            <a:lvl4pPr marL="355600" indent="-177800"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tabLst/>
              <a:defRPr sz="1000"/>
            </a:lvl4pPr>
            <a:lvl5pPr marL="533400" indent="-177800"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tabLst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49C541B8-B3B4-EC15-75A2-4917615503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67946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pag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2D14C13A-0C6E-5E6B-D120-7D4569DF7A47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accent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3E171-060C-4868-4E7F-191D13479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Text">
            <a:extLst>
              <a:ext uri="{FF2B5EF4-FFF2-40B4-BE49-F238E27FC236}">
                <a16:creationId xmlns:a16="http://schemas.microsoft.com/office/drawing/2014/main" id="{8B7F2303-030C-E9C6-C94F-E10B356CA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252" y="259456"/>
            <a:ext cx="5467186" cy="104546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>
                <a:solidFill>
                  <a:schemeClr val="accent1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FCBD1C-A9FD-5E93-BB69-290146941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743F898-81DD-9F6A-3B72-94DDCED77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263" y="914400"/>
            <a:ext cx="5049837" cy="390525"/>
          </a:xfrm>
        </p:spPr>
        <p:txBody>
          <a:bodyPr/>
          <a:lstStyle>
            <a:lvl1pPr>
              <a:spcAft>
                <a:spcPts val="1500"/>
              </a:spcAft>
              <a:defRPr sz="1200">
                <a:solidFill>
                  <a:schemeClr val="accent1"/>
                </a:solidFill>
              </a:defRPr>
            </a:lvl1pPr>
            <a:lvl2pPr marL="0" indent="0">
              <a:spcAft>
                <a:spcPts val="1500"/>
              </a:spcAft>
              <a:buNone/>
              <a:defRPr sz="1200"/>
            </a:lvl2pPr>
            <a:lvl3pPr marL="177800" indent="-177800">
              <a:spcBef>
                <a:spcPts val="0"/>
              </a:spcBef>
              <a:spcAft>
                <a:spcPts val="500"/>
              </a:spcAft>
              <a:tabLst/>
              <a:defRPr sz="1200"/>
            </a:lvl3pPr>
            <a:lvl4pPr marL="355600" indent="-177800">
              <a:spcBef>
                <a:spcPts val="0"/>
              </a:spcBef>
              <a:spcAft>
                <a:spcPts val="500"/>
              </a:spcAft>
              <a:tabLst/>
              <a:defRPr sz="1200"/>
            </a:lvl4pPr>
            <a:lvl5pPr marL="533400" indent="-177800">
              <a:spcBef>
                <a:spcPts val="0"/>
              </a:spcBef>
              <a:spcAft>
                <a:spcPts val="500"/>
              </a:spcAft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pic>
        <p:nvPicPr>
          <p:cNvPr id="3" name="Picture 2" descr="A red and black corner&#10;&#10;AI-generated content may be incorrect.">
            <a:extLst>
              <a:ext uri="{FF2B5EF4-FFF2-40B4-BE49-F238E27FC236}">
                <a16:creationId xmlns:a16="http://schemas.microsoft.com/office/drawing/2014/main" id="{6FA7B129-0D93-AD40-EAB2-31AA15FA39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537657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745F34-7200-AB9F-31F9-D16374CB1344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red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E1CBED7B-BB23-3659-17F1-5A5C9CDEFF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370414"/>
            <a:ext cx="5290806" cy="349913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F9ADF-932A-26E0-B999-20735A46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CE8FE4A-FD14-50D9-AC6D-C2F656276D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1288" y="1268829"/>
            <a:ext cx="5378450" cy="5267911"/>
          </a:xfrm>
        </p:spPr>
        <p:txBody>
          <a:bodyPr/>
          <a:lstStyle>
            <a:lvl1pPr>
              <a:defRPr sz="1200"/>
            </a:lvl1pPr>
            <a:lvl2pPr marL="179388" indent="-174625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tabLst/>
              <a:defRPr sz="1200"/>
            </a:lvl2pPr>
            <a:lvl3pPr marL="358775" indent="-179388"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tabLst/>
              <a:defRPr sz="1200"/>
            </a:lvl3pPr>
            <a:lvl4pPr marL="538163" indent="-179388"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tabLst/>
              <a:defRPr sz="1200"/>
            </a:lvl4pPr>
            <a:lvl5pPr marL="712788" indent="-174625"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9A5EEEF-C7B3-15AC-3692-A48683485BF0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accent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2CD01F-03C1-7B82-6395-B137612AEF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038225" cy="1981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00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•• PROTECTED</a:t>
            </a:r>
          </a:p>
        </p:txBody>
      </p:sp>
      <p:pic>
        <p:nvPicPr>
          <p:cNvPr id="11" name="Picture 10" descr="A black and white light&#10;&#10;AI-generated content may be incorrect.">
            <a:extLst>
              <a:ext uri="{FF2B5EF4-FFF2-40B4-BE49-F238E27FC236}">
                <a16:creationId xmlns:a16="http://schemas.microsoft.com/office/drawing/2014/main" id="{5DC40834-1D6E-D8B2-C400-FFF39ABB5F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4367325"/>
            <a:ext cx="2104035" cy="2490675"/>
          </a:xfrm>
          <a:prstGeom prst="rect">
            <a:avLst/>
          </a:prstGeom>
        </p:spPr>
      </p:pic>
      <p:pic>
        <p:nvPicPr>
          <p:cNvPr id="12" name="Picture 11" descr="A red and black corner&#10;&#10;AI-generated content may be incorrect.">
            <a:extLst>
              <a:ext uri="{FF2B5EF4-FFF2-40B4-BE49-F238E27FC236}">
                <a16:creationId xmlns:a16="http://schemas.microsoft.com/office/drawing/2014/main" id="{B63D15C6-182D-2467-AFCF-3A8314FFEB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pic>
        <p:nvPicPr>
          <p:cNvPr id="14" name="Picture 13" descr="A black and white light&#10;&#10;AI-generated content may be incorrect.">
            <a:extLst>
              <a:ext uri="{FF2B5EF4-FFF2-40B4-BE49-F238E27FC236}">
                <a16:creationId xmlns:a16="http://schemas.microsoft.com/office/drawing/2014/main" id="{6582C5D6-6FD0-321F-CB34-91A254D2E0C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05820" y="6088669"/>
            <a:ext cx="2900597" cy="7808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37526D-A812-F713-2D61-90E7026B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70" y="960753"/>
            <a:ext cx="5173298" cy="9647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A7554-BFF4-E819-45FF-C3BAEC04D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937088"/>
            <a:ext cx="5127373" cy="4351338"/>
          </a:xfrm>
        </p:spPr>
        <p:txBody>
          <a:bodyPr/>
          <a:lstStyle>
            <a:lvl1pPr>
              <a:spcBef>
                <a:spcPts val="500"/>
              </a:spcBef>
              <a:spcAft>
                <a:spcPts val="500"/>
              </a:spcAft>
              <a:defRPr sz="1800">
                <a:solidFill>
                  <a:schemeClr val="bg1"/>
                </a:solidFill>
              </a:defRPr>
            </a:lvl1pPr>
            <a:lvl2pPr marL="347663" indent="-342900"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.Hiragino Kaku Gothic Interface W3"/>
              <a:buChar char="▪"/>
              <a:defRPr sz="1800">
                <a:solidFill>
                  <a:schemeClr val="bg1"/>
                </a:solidFill>
              </a:defRPr>
            </a:lvl2pPr>
            <a:lvl3pPr marL="712788" indent="-347663">
              <a:buClr>
                <a:schemeClr val="bg1"/>
              </a:buClr>
              <a:tabLst/>
              <a:defRPr sz="1800">
                <a:solidFill>
                  <a:schemeClr val="bg1"/>
                </a:solidFill>
              </a:defRPr>
            </a:lvl3pPr>
            <a:lvl4pPr marL="1071563" indent="-354013">
              <a:buClr>
                <a:schemeClr val="bg1"/>
              </a:buClr>
              <a:tabLst/>
              <a:defRPr sz="1800">
                <a:solidFill>
                  <a:schemeClr val="bg1"/>
                </a:solidFill>
              </a:defRPr>
            </a:lvl4pPr>
            <a:lvl5pPr marL="1425575" indent="-360363">
              <a:buClr>
                <a:schemeClr val="bg1"/>
              </a:buClr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529F7-6DE8-144A-1C2A-D96BC997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5543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227 0.30277 L 2.08333E-6 2.96296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07" y="-1513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763 0.50949 L 2.91667E-6 2.22222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75" y="-2548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224 0.11134 L -3.54167E-6 4.07407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12" y="-5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5638A9E-6C94-DC25-2B8F-0BE4661D7E6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038225" cy="1981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00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•• PROTECTED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705926C-6500-5E91-BA11-F9A8761944C4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bg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4FCE8479-8B7B-CD30-135A-EA1FC9E37C7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Picture 11" descr="A red and black corner&#10;&#10;AI-generated content may be incorrect.">
            <a:extLst>
              <a:ext uri="{FF2B5EF4-FFF2-40B4-BE49-F238E27FC236}">
                <a16:creationId xmlns:a16="http://schemas.microsoft.com/office/drawing/2014/main" id="{0ECC7260-F4FB-6F09-3E97-EA25936A14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198AD6EA-8F52-401E-3AA7-B1DA778AC8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2594" y="902368"/>
            <a:ext cx="5258219" cy="5269832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/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CDB9363-1A51-6735-EEB4-7371732C1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70" y="960753"/>
            <a:ext cx="5173298" cy="9647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E36410-7A0A-1D7C-61C9-D665AD5A8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937088"/>
            <a:ext cx="5127373" cy="4351338"/>
          </a:xfrm>
        </p:spPr>
        <p:txBody>
          <a:bodyPr/>
          <a:lstStyle>
            <a:lvl1pPr>
              <a:spcBef>
                <a:spcPts val="500"/>
              </a:spcBef>
              <a:spcAft>
                <a:spcPts val="500"/>
              </a:spcAft>
              <a:defRPr sz="1800">
                <a:solidFill>
                  <a:schemeClr val="bg1"/>
                </a:solidFill>
              </a:defRPr>
            </a:lvl1pPr>
            <a:lvl2pPr marL="347663" indent="-342900"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.Hiragino Kaku Gothic Interface W3"/>
              <a:buChar char="▪"/>
              <a:defRPr sz="1800">
                <a:solidFill>
                  <a:schemeClr val="bg1"/>
                </a:solidFill>
              </a:defRPr>
            </a:lvl2pPr>
            <a:lvl3pPr marL="712788" indent="-347663">
              <a:buClr>
                <a:schemeClr val="bg1"/>
              </a:buClr>
              <a:tabLst/>
              <a:defRPr sz="1800">
                <a:solidFill>
                  <a:schemeClr val="bg1"/>
                </a:solidFill>
              </a:defRPr>
            </a:lvl3pPr>
            <a:lvl4pPr marL="1071563" indent="-354013">
              <a:buClr>
                <a:schemeClr val="bg1"/>
              </a:buClr>
              <a:tabLst/>
              <a:defRPr sz="1800">
                <a:solidFill>
                  <a:schemeClr val="bg1"/>
                </a:solidFill>
              </a:defRPr>
            </a:lvl4pPr>
            <a:lvl5pPr marL="1425575" indent="-360363">
              <a:buClr>
                <a:schemeClr val="bg1"/>
              </a:buClr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710D1D7-5544-EB08-DCC2-6F4FB0CD2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5919201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745F34-7200-AB9F-31F9-D16374CB1344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red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4C6FBE60-94BA-FAA8-1D49-A47DA7F047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370414"/>
            <a:ext cx="5290806" cy="3487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08993D-1FF9-489F-0679-090366A2DCC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4367325"/>
            <a:ext cx="2104035" cy="24906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B04F2A-79C3-44E2-5CA8-7694DEA3394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05820" y="6088669"/>
            <a:ext cx="2900597" cy="769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37526D-A812-F713-2D61-90E7026B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70" y="960753"/>
            <a:ext cx="5173298" cy="964787"/>
          </a:xfr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A7554-BFF4-E819-45FF-C3BAEC04D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937088"/>
            <a:ext cx="5127373" cy="4351338"/>
          </a:xfrm>
        </p:spPr>
        <p:txBody>
          <a:bodyPr/>
          <a:lstStyle>
            <a:lvl1pPr>
              <a:spcBef>
                <a:spcPts val="500"/>
              </a:spcBef>
              <a:spcAft>
                <a:spcPts val="500"/>
              </a:spcAft>
              <a:defRPr sz="1800">
                <a:solidFill>
                  <a:schemeClr val="accent2"/>
                </a:solidFill>
              </a:defRPr>
            </a:lvl1pPr>
            <a:lvl2pPr marL="347663" indent="-342900"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.Hiragino Kaku Gothic Interface W3"/>
              <a:buChar char="▪"/>
              <a:defRPr sz="1800">
                <a:solidFill>
                  <a:schemeClr val="accent2"/>
                </a:solidFill>
              </a:defRPr>
            </a:lvl2pPr>
            <a:lvl3pPr marL="712788" indent="-347663">
              <a:buClr>
                <a:schemeClr val="bg1"/>
              </a:buClr>
              <a:tabLst/>
              <a:defRPr sz="1800">
                <a:solidFill>
                  <a:schemeClr val="accent2"/>
                </a:solidFill>
              </a:defRPr>
            </a:lvl3pPr>
            <a:lvl4pPr marL="1071563" indent="-354013">
              <a:buClr>
                <a:schemeClr val="bg1"/>
              </a:buClr>
              <a:tabLst/>
              <a:defRPr sz="1800">
                <a:solidFill>
                  <a:schemeClr val="accent2"/>
                </a:solidFill>
              </a:defRPr>
            </a:lvl4pPr>
            <a:lvl5pPr marL="1425575" indent="-360363">
              <a:buClr>
                <a:schemeClr val="bg1"/>
              </a:buClr>
              <a:tabLst/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CE8FE4A-FD14-50D9-AC6D-C2F656276D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1288" y="1268829"/>
            <a:ext cx="5378450" cy="5267911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 marL="179388" indent="-174625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tabLst/>
              <a:defRPr sz="1200">
                <a:solidFill>
                  <a:schemeClr val="bg1"/>
                </a:solidFill>
              </a:defRPr>
            </a:lvl2pPr>
            <a:lvl3pPr marL="358775" indent="-179388"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tabLst/>
              <a:defRPr sz="1200">
                <a:solidFill>
                  <a:schemeClr val="bg1"/>
                </a:solidFill>
              </a:defRPr>
            </a:lvl3pPr>
            <a:lvl4pPr marL="538163" indent="-179388"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tabLst/>
              <a:defRPr sz="1200">
                <a:solidFill>
                  <a:schemeClr val="bg1"/>
                </a:solidFill>
              </a:defRPr>
            </a:lvl4pPr>
            <a:lvl5pPr marL="712788" indent="-174625">
              <a:spcBef>
                <a:spcPts val="0"/>
              </a:spcBef>
              <a:spcAft>
                <a:spcPts val="500"/>
              </a:spcAft>
              <a:buClr>
                <a:schemeClr val="accent2"/>
              </a:buClr>
              <a:tabLst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2" name="Picture 11" descr="A red and black corner&#10;&#10;AI-generated content may be incorrect.">
            <a:extLst>
              <a:ext uri="{FF2B5EF4-FFF2-40B4-BE49-F238E27FC236}">
                <a16:creationId xmlns:a16="http://schemas.microsoft.com/office/drawing/2014/main" id="{B63D15C6-182D-2467-AFCF-3A8314FFEBD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D0BAB5E0-C43B-FF40-630E-4E1FBC06BF60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bg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D200B3E8-342F-A6B3-BF3B-707507F2D6B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56184-4FFC-78D5-D06A-B0666DA5746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038225" cy="1981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•• PROTECTED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D47A479-8A38-2225-6555-FA4B5228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21790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227 0.30277 L 2.08333E-6 2.96296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07" y="-1513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763 0.50949 L 2.91667E-6 -1.85185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75" y="-2548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224 0.11134 L -3.54167E-6 -1.11022E-1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12" y="-5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red and black corner&#10;&#10;AI-generated content may be incorrect.">
            <a:extLst>
              <a:ext uri="{FF2B5EF4-FFF2-40B4-BE49-F238E27FC236}">
                <a16:creationId xmlns:a16="http://schemas.microsoft.com/office/drawing/2014/main" id="{0ECC7260-F4FB-6F09-3E97-EA25936A14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5147" y="111185"/>
            <a:ext cx="412629" cy="412629"/>
          </a:xfrm>
          <a:prstGeom prst="rect">
            <a:avLst/>
          </a:prstGeom>
        </p:spPr>
      </p:pic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198AD6EA-8F52-401E-3AA7-B1DA778AC8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2594" y="902368"/>
            <a:ext cx="5258219" cy="5269832"/>
          </a:xfrm>
          <a:solidFill>
            <a:schemeClr val="accent5"/>
          </a:solidFill>
        </p:spPr>
        <p:txBody>
          <a:bodyPr anchor="ctr" anchorCtr="0"/>
          <a:lstStyle>
            <a:lvl1pPr algn="ctr">
              <a:defRPr sz="900"/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CDB9363-1A51-6735-EEB4-7371732C1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70" y="960753"/>
            <a:ext cx="5173298" cy="964787"/>
          </a:xfr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E36410-7A0A-1D7C-61C9-D665AD5A8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937088"/>
            <a:ext cx="5127373" cy="4351338"/>
          </a:xfrm>
        </p:spPr>
        <p:txBody>
          <a:bodyPr/>
          <a:lstStyle>
            <a:lvl1pPr>
              <a:spcBef>
                <a:spcPts val="500"/>
              </a:spcBef>
              <a:spcAft>
                <a:spcPts val="500"/>
              </a:spcAft>
              <a:defRPr sz="1800">
                <a:solidFill>
                  <a:schemeClr val="accent2"/>
                </a:solidFill>
              </a:defRPr>
            </a:lvl1pPr>
            <a:lvl2pPr marL="347663" indent="-342900"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Font typeface=".Hiragino Kaku Gothic Interface W3"/>
              <a:buChar char="▪"/>
              <a:defRPr sz="1800">
                <a:solidFill>
                  <a:schemeClr val="accent2"/>
                </a:solidFill>
              </a:defRPr>
            </a:lvl2pPr>
            <a:lvl3pPr marL="712788" indent="-347663">
              <a:buClr>
                <a:schemeClr val="bg1"/>
              </a:buClr>
              <a:tabLst/>
              <a:defRPr sz="1800">
                <a:solidFill>
                  <a:schemeClr val="accent2"/>
                </a:solidFill>
              </a:defRPr>
            </a:lvl3pPr>
            <a:lvl4pPr marL="1071563" indent="-354013">
              <a:buClr>
                <a:schemeClr val="bg1"/>
              </a:buClr>
              <a:tabLst/>
              <a:defRPr sz="1800">
                <a:solidFill>
                  <a:schemeClr val="accent2"/>
                </a:solidFill>
              </a:defRPr>
            </a:lvl4pPr>
            <a:lvl5pPr marL="1425575" indent="-360363">
              <a:buClr>
                <a:schemeClr val="bg1"/>
              </a:buClr>
              <a:tabLst/>
              <a:defRPr sz="180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7AF7F9D-233F-403A-76CE-79CEE7208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2480" y="282355"/>
            <a:ext cx="513274" cy="2055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F98B6764-0702-CCD9-F309-35C59EC8A1C4}"/>
              </a:ext>
            </a:extLst>
          </p:cNvPr>
          <p:cNvSpPr/>
          <p:nvPr userDrawn="1"/>
        </p:nvSpPr>
        <p:spPr>
          <a:xfrm>
            <a:off x="10076299" y="317499"/>
            <a:ext cx="696059" cy="121538"/>
          </a:xfrm>
          <a:custGeom>
            <a:avLst/>
            <a:gdLst>
              <a:gd name="connsiteX0" fmla="*/ 632509 w 696059"/>
              <a:gd name="connsiteY0" fmla="*/ 31938 h 121538"/>
              <a:gd name="connsiteX1" fmla="*/ 616221 w 696059"/>
              <a:gd name="connsiteY1" fmla="*/ 73528 h 121538"/>
              <a:gd name="connsiteX2" fmla="*/ 632509 w 696059"/>
              <a:gd name="connsiteY2" fmla="*/ 73528 h 121538"/>
              <a:gd name="connsiteX3" fmla="*/ 648796 w 696059"/>
              <a:gd name="connsiteY3" fmla="*/ 73528 h 121538"/>
              <a:gd name="connsiteX4" fmla="*/ 409142 w 696059"/>
              <a:gd name="connsiteY4" fmla="*/ 22354 h 121538"/>
              <a:gd name="connsiteX5" fmla="*/ 374943 w 696059"/>
              <a:gd name="connsiteY5" fmla="*/ 60735 h 121538"/>
              <a:gd name="connsiteX6" fmla="*/ 409142 w 696059"/>
              <a:gd name="connsiteY6" fmla="*/ 99161 h 121538"/>
              <a:gd name="connsiteX7" fmla="*/ 443365 w 696059"/>
              <a:gd name="connsiteY7" fmla="*/ 60758 h 121538"/>
              <a:gd name="connsiteX8" fmla="*/ 409142 w 696059"/>
              <a:gd name="connsiteY8" fmla="*/ 22354 h 121538"/>
              <a:gd name="connsiteX9" fmla="*/ 166265 w 696059"/>
              <a:gd name="connsiteY9" fmla="*/ 22354 h 121538"/>
              <a:gd name="connsiteX10" fmla="*/ 132065 w 696059"/>
              <a:gd name="connsiteY10" fmla="*/ 60758 h 121538"/>
              <a:gd name="connsiteX11" fmla="*/ 166265 w 696059"/>
              <a:gd name="connsiteY11" fmla="*/ 99161 h 121538"/>
              <a:gd name="connsiteX12" fmla="*/ 200511 w 696059"/>
              <a:gd name="connsiteY12" fmla="*/ 60758 h 121538"/>
              <a:gd name="connsiteX13" fmla="*/ 166265 w 696059"/>
              <a:gd name="connsiteY13" fmla="*/ 22354 h 121538"/>
              <a:gd name="connsiteX14" fmla="*/ 616221 w 696059"/>
              <a:gd name="connsiteY14" fmla="*/ 4780 h 121538"/>
              <a:gd name="connsiteX15" fmla="*/ 648796 w 696059"/>
              <a:gd name="connsiteY15" fmla="*/ 4780 h 121538"/>
              <a:gd name="connsiteX16" fmla="*/ 696059 w 696059"/>
              <a:gd name="connsiteY16" fmla="*/ 118305 h 121538"/>
              <a:gd name="connsiteX17" fmla="*/ 665131 w 696059"/>
              <a:gd name="connsiteY17" fmla="*/ 118305 h 121538"/>
              <a:gd name="connsiteX18" fmla="*/ 655362 w 696059"/>
              <a:gd name="connsiteY18" fmla="*/ 92718 h 121538"/>
              <a:gd name="connsiteX19" fmla="*/ 608054 w 696059"/>
              <a:gd name="connsiteY19" fmla="*/ 92718 h 121538"/>
              <a:gd name="connsiteX20" fmla="*/ 598286 w 696059"/>
              <a:gd name="connsiteY20" fmla="*/ 118305 h 121538"/>
              <a:gd name="connsiteX21" fmla="*/ 567311 w 696059"/>
              <a:gd name="connsiteY21" fmla="*/ 118305 h 121538"/>
              <a:gd name="connsiteX22" fmla="*/ 477635 w 696059"/>
              <a:gd name="connsiteY22" fmla="*/ 4780 h 121538"/>
              <a:gd name="connsiteX23" fmla="*/ 577055 w 696059"/>
              <a:gd name="connsiteY23" fmla="*/ 4780 h 121538"/>
              <a:gd name="connsiteX24" fmla="*/ 577055 w 696059"/>
              <a:gd name="connsiteY24" fmla="*/ 25564 h 121538"/>
              <a:gd name="connsiteX25" fmla="*/ 541208 w 696059"/>
              <a:gd name="connsiteY25" fmla="*/ 25564 h 121538"/>
              <a:gd name="connsiteX26" fmla="*/ 541208 w 696059"/>
              <a:gd name="connsiteY26" fmla="*/ 118328 h 121538"/>
              <a:gd name="connsiteX27" fmla="*/ 515153 w 696059"/>
              <a:gd name="connsiteY27" fmla="*/ 118328 h 121538"/>
              <a:gd name="connsiteX28" fmla="*/ 515153 w 696059"/>
              <a:gd name="connsiteY28" fmla="*/ 25564 h 121538"/>
              <a:gd name="connsiteX29" fmla="*/ 477635 w 696059"/>
              <a:gd name="connsiteY29" fmla="*/ 25564 h 121538"/>
              <a:gd name="connsiteX30" fmla="*/ 228214 w 696059"/>
              <a:gd name="connsiteY30" fmla="*/ 4780 h 121538"/>
              <a:gd name="connsiteX31" fmla="*/ 259189 w 696059"/>
              <a:gd name="connsiteY31" fmla="*/ 4780 h 121538"/>
              <a:gd name="connsiteX32" fmla="*/ 286915 w 696059"/>
              <a:gd name="connsiteY32" fmla="*/ 52767 h 121538"/>
              <a:gd name="connsiteX33" fmla="*/ 316265 w 696059"/>
              <a:gd name="connsiteY33" fmla="*/ 4780 h 121538"/>
              <a:gd name="connsiteX34" fmla="*/ 345593 w 696059"/>
              <a:gd name="connsiteY34" fmla="*/ 4780 h 121538"/>
              <a:gd name="connsiteX35" fmla="*/ 299931 w 696059"/>
              <a:gd name="connsiteY35" fmla="*/ 75144 h 121538"/>
              <a:gd name="connsiteX36" fmla="*/ 299931 w 696059"/>
              <a:gd name="connsiteY36" fmla="*/ 118305 h 121538"/>
              <a:gd name="connsiteX37" fmla="*/ 286915 w 696059"/>
              <a:gd name="connsiteY37" fmla="*/ 118305 h 121538"/>
              <a:gd name="connsiteX38" fmla="*/ 273875 w 696059"/>
              <a:gd name="connsiteY38" fmla="*/ 118305 h 121538"/>
              <a:gd name="connsiteX39" fmla="*/ 273875 w 696059"/>
              <a:gd name="connsiteY39" fmla="*/ 75144 h 121538"/>
              <a:gd name="connsiteX40" fmla="*/ 0 w 696059"/>
              <a:gd name="connsiteY40" fmla="*/ 4780 h 121538"/>
              <a:gd name="connsiteX41" fmla="*/ 97796 w 696059"/>
              <a:gd name="connsiteY41" fmla="*/ 4780 h 121538"/>
              <a:gd name="connsiteX42" fmla="*/ 97796 w 696059"/>
              <a:gd name="connsiteY42" fmla="*/ 25564 h 121538"/>
              <a:gd name="connsiteX43" fmla="*/ 61949 w 696059"/>
              <a:gd name="connsiteY43" fmla="*/ 25564 h 121538"/>
              <a:gd name="connsiteX44" fmla="*/ 61949 w 696059"/>
              <a:gd name="connsiteY44" fmla="*/ 118328 h 121538"/>
              <a:gd name="connsiteX45" fmla="*/ 35893 w 696059"/>
              <a:gd name="connsiteY45" fmla="*/ 118328 h 121538"/>
              <a:gd name="connsiteX46" fmla="*/ 35893 w 696059"/>
              <a:gd name="connsiteY46" fmla="*/ 25564 h 121538"/>
              <a:gd name="connsiteX47" fmla="*/ 0 w 696059"/>
              <a:gd name="connsiteY47" fmla="*/ 25564 h 121538"/>
              <a:gd name="connsiteX48" fmla="*/ 409142 w 696059"/>
              <a:gd name="connsiteY48" fmla="*/ 0 h 121538"/>
              <a:gd name="connsiteX49" fmla="*/ 471115 w 696059"/>
              <a:gd name="connsiteY49" fmla="*/ 60735 h 121538"/>
              <a:gd name="connsiteX50" fmla="*/ 409142 w 696059"/>
              <a:gd name="connsiteY50" fmla="*/ 121538 h 121538"/>
              <a:gd name="connsiteX51" fmla="*/ 347193 w 696059"/>
              <a:gd name="connsiteY51" fmla="*/ 60735 h 121538"/>
              <a:gd name="connsiteX52" fmla="*/ 409142 w 696059"/>
              <a:gd name="connsiteY52" fmla="*/ 0 h 121538"/>
              <a:gd name="connsiteX53" fmla="*/ 166265 w 696059"/>
              <a:gd name="connsiteY53" fmla="*/ 0 h 121538"/>
              <a:gd name="connsiteX54" fmla="*/ 228214 w 696059"/>
              <a:gd name="connsiteY54" fmla="*/ 60735 h 121538"/>
              <a:gd name="connsiteX55" fmla="*/ 166265 w 696059"/>
              <a:gd name="connsiteY55" fmla="*/ 121538 h 121538"/>
              <a:gd name="connsiteX56" fmla="*/ 104339 w 696059"/>
              <a:gd name="connsiteY56" fmla="*/ 60735 h 121538"/>
              <a:gd name="connsiteX57" fmla="*/ 166265 w 696059"/>
              <a:gd name="connsiteY57" fmla="*/ 0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96059" h="121538">
                <a:moveTo>
                  <a:pt x="632509" y="31938"/>
                </a:moveTo>
                <a:lnTo>
                  <a:pt x="616221" y="73528"/>
                </a:lnTo>
                <a:lnTo>
                  <a:pt x="632509" y="73528"/>
                </a:lnTo>
                <a:lnTo>
                  <a:pt x="648796" y="73528"/>
                </a:lnTo>
                <a:close/>
                <a:moveTo>
                  <a:pt x="409142" y="22354"/>
                </a:moveTo>
                <a:cubicBezTo>
                  <a:pt x="389792" y="22241"/>
                  <a:pt x="374316" y="39382"/>
                  <a:pt x="374943" y="60735"/>
                </a:cubicBezTo>
                <a:cubicBezTo>
                  <a:pt x="374316" y="81723"/>
                  <a:pt x="389792" y="98842"/>
                  <a:pt x="409142" y="99161"/>
                </a:cubicBezTo>
                <a:cubicBezTo>
                  <a:pt x="427774" y="98842"/>
                  <a:pt x="443180" y="81723"/>
                  <a:pt x="443365" y="60758"/>
                </a:cubicBezTo>
                <a:cubicBezTo>
                  <a:pt x="443180" y="39382"/>
                  <a:pt x="427750" y="22263"/>
                  <a:pt x="409142" y="22354"/>
                </a:cubicBezTo>
                <a:close/>
                <a:moveTo>
                  <a:pt x="166265" y="22354"/>
                </a:moveTo>
                <a:cubicBezTo>
                  <a:pt x="147031" y="22241"/>
                  <a:pt x="131625" y="39382"/>
                  <a:pt x="132065" y="60758"/>
                </a:cubicBezTo>
                <a:cubicBezTo>
                  <a:pt x="131625" y="81723"/>
                  <a:pt x="147031" y="98842"/>
                  <a:pt x="166265" y="99161"/>
                </a:cubicBezTo>
                <a:cubicBezTo>
                  <a:pt x="185082" y="98842"/>
                  <a:pt x="200511" y="81723"/>
                  <a:pt x="200511" y="60758"/>
                </a:cubicBezTo>
                <a:cubicBezTo>
                  <a:pt x="200511" y="39382"/>
                  <a:pt x="185082" y="22263"/>
                  <a:pt x="166265" y="22354"/>
                </a:cubicBezTo>
                <a:close/>
                <a:moveTo>
                  <a:pt x="616221" y="4780"/>
                </a:moveTo>
                <a:lnTo>
                  <a:pt x="648796" y="4780"/>
                </a:lnTo>
                <a:lnTo>
                  <a:pt x="696059" y="118305"/>
                </a:lnTo>
                <a:lnTo>
                  <a:pt x="665131" y="118305"/>
                </a:lnTo>
                <a:lnTo>
                  <a:pt x="655362" y="92718"/>
                </a:lnTo>
                <a:lnTo>
                  <a:pt x="608054" y="92718"/>
                </a:lnTo>
                <a:lnTo>
                  <a:pt x="598286" y="118305"/>
                </a:lnTo>
                <a:lnTo>
                  <a:pt x="567311" y="118305"/>
                </a:lnTo>
                <a:close/>
                <a:moveTo>
                  <a:pt x="477635" y="4780"/>
                </a:moveTo>
                <a:lnTo>
                  <a:pt x="577055" y="4780"/>
                </a:lnTo>
                <a:lnTo>
                  <a:pt x="577055" y="25564"/>
                </a:lnTo>
                <a:lnTo>
                  <a:pt x="541208" y="25564"/>
                </a:lnTo>
                <a:lnTo>
                  <a:pt x="541208" y="118328"/>
                </a:lnTo>
                <a:lnTo>
                  <a:pt x="515153" y="118328"/>
                </a:lnTo>
                <a:lnTo>
                  <a:pt x="515153" y="25564"/>
                </a:lnTo>
                <a:lnTo>
                  <a:pt x="477635" y="25564"/>
                </a:lnTo>
                <a:close/>
                <a:moveTo>
                  <a:pt x="228214" y="4780"/>
                </a:moveTo>
                <a:lnTo>
                  <a:pt x="259189" y="4780"/>
                </a:lnTo>
                <a:lnTo>
                  <a:pt x="286915" y="52767"/>
                </a:lnTo>
                <a:lnTo>
                  <a:pt x="316265" y="4780"/>
                </a:lnTo>
                <a:lnTo>
                  <a:pt x="345593" y="4780"/>
                </a:lnTo>
                <a:lnTo>
                  <a:pt x="299931" y="75144"/>
                </a:lnTo>
                <a:lnTo>
                  <a:pt x="299931" y="118305"/>
                </a:lnTo>
                <a:lnTo>
                  <a:pt x="286915" y="118305"/>
                </a:lnTo>
                <a:lnTo>
                  <a:pt x="273875" y="118305"/>
                </a:lnTo>
                <a:lnTo>
                  <a:pt x="273875" y="75144"/>
                </a:lnTo>
                <a:close/>
                <a:moveTo>
                  <a:pt x="0" y="4780"/>
                </a:moveTo>
                <a:lnTo>
                  <a:pt x="97796" y="4780"/>
                </a:lnTo>
                <a:lnTo>
                  <a:pt x="97796" y="25564"/>
                </a:lnTo>
                <a:lnTo>
                  <a:pt x="61949" y="25564"/>
                </a:lnTo>
                <a:lnTo>
                  <a:pt x="61949" y="118328"/>
                </a:lnTo>
                <a:lnTo>
                  <a:pt x="35893" y="118328"/>
                </a:lnTo>
                <a:lnTo>
                  <a:pt x="35893" y="25564"/>
                </a:lnTo>
                <a:lnTo>
                  <a:pt x="0" y="25564"/>
                </a:lnTo>
                <a:close/>
                <a:moveTo>
                  <a:pt x="409142" y="0"/>
                </a:moveTo>
                <a:cubicBezTo>
                  <a:pt x="442809" y="68"/>
                  <a:pt x="470442" y="27135"/>
                  <a:pt x="471115" y="60735"/>
                </a:cubicBezTo>
                <a:cubicBezTo>
                  <a:pt x="470442" y="93970"/>
                  <a:pt x="442809" y="121060"/>
                  <a:pt x="409142" y="121538"/>
                </a:cubicBezTo>
                <a:cubicBezTo>
                  <a:pt x="374711" y="121083"/>
                  <a:pt x="347100" y="93993"/>
                  <a:pt x="347193" y="60735"/>
                </a:cubicBezTo>
                <a:cubicBezTo>
                  <a:pt x="347100" y="27135"/>
                  <a:pt x="374711" y="68"/>
                  <a:pt x="409142" y="0"/>
                </a:cubicBezTo>
                <a:close/>
                <a:moveTo>
                  <a:pt x="166265" y="0"/>
                </a:moveTo>
                <a:cubicBezTo>
                  <a:pt x="200094" y="68"/>
                  <a:pt x="227727" y="27135"/>
                  <a:pt x="228214" y="60735"/>
                </a:cubicBezTo>
                <a:cubicBezTo>
                  <a:pt x="227727" y="93970"/>
                  <a:pt x="200094" y="121060"/>
                  <a:pt x="166265" y="121538"/>
                </a:cubicBezTo>
                <a:cubicBezTo>
                  <a:pt x="131996" y="121083"/>
                  <a:pt x="104362" y="93993"/>
                  <a:pt x="104339" y="60735"/>
                </a:cubicBezTo>
                <a:cubicBezTo>
                  <a:pt x="104362" y="27135"/>
                  <a:pt x="131996" y="68"/>
                  <a:pt x="166265" y="0"/>
                </a:cubicBezTo>
                <a:close/>
              </a:path>
            </a:pathLst>
          </a:custGeom>
          <a:solidFill>
            <a:schemeClr val="accent1"/>
          </a:solidFill>
          <a:ln w="231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26892-F6C3-886F-6367-A70F40829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963" y="6381616"/>
            <a:ext cx="4114800" cy="2055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175604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2_Logo 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DC7309-CBC4-7BF7-AAEE-E371BAAC33F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038225" cy="1981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00" baseline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•• PROTECTED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51FFD0C-1C60-7B25-F279-60A77A176D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3263900"/>
            <a:ext cx="19050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693477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1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CE904090-B1F8-4D61-896B-429CC717BA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269" y="160192"/>
            <a:ext cx="5790157" cy="1622200"/>
          </a:xfrm>
        </p:spPr>
        <p:txBody>
          <a:bodyPr anchor="t" anchorCtr="0">
            <a:noAutofit/>
          </a:bodyPr>
          <a:lstStyle>
            <a:lvl1pPr algn="l">
              <a:defRPr sz="48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PowerPoint heading here</a:t>
            </a:r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7E843A4-4D82-4FBD-B30F-D0A6507422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315" y="1854135"/>
            <a:ext cx="5772685" cy="1419067"/>
          </a:xfrm>
        </p:spPr>
        <p:txBody>
          <a:bodyPr>
            <a:noAutofit/>
          </a:bodyPr>
          <a:lstStyle>
            <a:lvl1pPr marL="0" indent="0" algn="l">
              <a:buNone/>
              <a:defRPr sz="2600" b="0" i="0" baseline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Subheading goes here over one line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46368" y="297597"/>
            <a:ext cx="1238539" cy="220684"/>
          </a:xfrm>
          <a:prstGeom prst="rect">
            <a:avLst/>
          </a:prstGeom>
        </p:spPr>
      </p:pic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E3C8803-970E-6B4B-9478-507AFEDABC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33693" y="273228"/>
            <a:ext cx="2102935" cy="3160841"/>
          </a:xfrm>
        </p:spPr>
        <p:txBody>
          <a:bodyPr>
            <a:noAutofit/>
          </a:bodyPr>
          <a:lstStyle>
            <a:lvl1pPr marL="0" indent="0" algn="l">
              <a:buNone/>
              <a:defRPr sz="1300" b="0" i="0" cap="none" baseline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Name of Person Presenting</a:t>
            </a:r>
          </a:p>
        </p:txBody>
      </p:sp>
    </p:spTree>
    <p:extLst>
      <p:ext uri="{BB962C8B-B14F-4D97-AF65-F5344CB8AC3E}">
        <p14:creationId xmlns:p14="http://schemas.microsoft.com/office/powerpoint/2010/main" val="138258776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537779A-A229-2C41-856E-B19DE090F5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96863"/>
            <a:ext cx="7145338" cy="6605587"/>
          </a:xfrm>
          <a:solidFill>
            <a:schemeClr val="accent4"/>
          </a:solidFill>
        </p:spPr>
        <p:txBody>
          <a:bodyPr anchor="ctr" anchorCtr="0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E904090-B1F8-4D61-896B-429CC717BA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269" y="489611"/>
            <a:ext cx="5790157" cy="1622200"/>
          </a:xfrm>
        </p:spPr>
        <p:txBody>
          <a:bodyPr anchor="t" anchorCtr="0">
            <a:noAutofit/>
          </a:bodyPr>
          <a:lstStyle>
            <a:lvl1pPr algn="l">
              <a:defRPr sz="48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PowerPoint heading here</a:t>
            </a:r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7E843A4-4D82-4FBD-B30F-D0A6507422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315" y="2183554"/>
            <a:ext cx="5772685" cy="1419067"/>
          </a:xfrm>
        </p:spPr>
        <p:txBody>
          <a:bodyPr>
            <a:noAutofit/>
          </a:bodyPr>
          <a:lstStyle>
            <a:lvl1pPr marL="0" indent="0" algn="l">
              <a:buNone/>
              <a:defRPr sz="2600" b="0" i="0" baseline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Subheading goes here over one line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786D906-AFE0-41F9-B246-83A12D18BB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286261"/>
            <a:ext cx="2102935" cy="3160841"/>
          </a:xfrm>
        </p:spPr>
        <p:txBody>
          <a:bodyPr>
            <a:noAutofit/>
          </a:bodyPr>
          <a:lstStyle>
            <a:lvl1pPr marL="0" indent="0" algn="l">
              <a:buNone/>
              <a:defRPr sz="1300" b="0" i="0" cap="none" baseline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Name of Person Presenting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46368" y="297597"/>
            <a:ext cx="1238539" cy="22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9420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9B2491-5E2E-4947-8A80-8CCDA7B1D5CB}"/>
              </a:ext>
            </a:extLst>
          </p:cNvPr>
          <p:cNvSpPr/>
          <p:nvPr userDrawn="1"/>
        </p:nvSpPr>
        <p:spPr>
          <a:xfrm>
            <a:off x="0" y="296863"/>
            <a:ext cx="7144815" cy="6561137"/>
          </a:xfrm>
          <a:prstGeom prst="rect">
            <a:avLst/>
          </a:prstGeom>
          <a:solidFill>
            <a:srgbClr val="10101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E904090-B1F8-4D61-896B-429CC717BA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269" y="489611"/>
            <a:ext cx="5790157" cy="1622200"/>
          </a:xfrm>
        </p:spPr>
        <p:txBody>
          <a:bodyPr anchor="t" anchorCtr="0">
            <a:noAutofit/>
          </a:bodyPr>
          <a:lstStyle>
            <a:lvl1pPr algn="l">
              <a:defRPr sz="48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PowerPoint heading here</a:t>
            </a:r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7E843A4-4D82-4FBD-B30F-D0A6507422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315" y="2183554"/>
            <a:ext cx="5772685" cy="1419067"/>
          </a:xfrm>
        </p:spPr>
        <p:txBody>
          <a:bodyPr>
            <a:noAutofit/>
          </a:bodyPr>
          <a:lstStyle>
            <a:lvl1pPr marL="0" indent="0" algn="l">
              <a:buNone/>
              <a:defRPr sz="2600" b="0" i="0" baseline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Subheading goes here over one line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786D906-AFE0-41F9-B246-83A12D18BB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286261"/>
            <a:ext cx="2102935" cy="3160841"/>
          </a:xfrm>
        </p:spPr>
        <p:txBody>
          <a:bodyPr>
            <a:noAutofit/>
          </a:bodyPr>
          <a:lstStyle>
            <a:lvl1pPr marL="0" indent="0" algn="l">
              <a:buNone/>
              <a:defRPr sz="1300" b="0" i="0" cap="none" baseline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Name of Person Presenting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46368" y="297597"/>
            <a:ext cx="1238539" cy="22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03867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9B2491-5E2E-4947-8A80-8CCDA7B1D5CB}"/>
              </a:ext>
            </a:extLst>
          </p:cNvPr>
          <p:cNvSpPr/>
          <p:nvPr userDrawn="1"/>
        </p:nvSpPr>
        <p:spPr>
          <a:xfrm>
            <a:off x="0" y="296863"/>
            <a:ext cx="7144815" cy="6561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E904090-B1F8-4D61-896B-429CC717BA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269" y="489611"/>
            <a:ext cx="5790157" cy="1622200"/>
          </a:xfrm>
        </p:spPr>
        <p:txBody>
          <a:bodyPr anchor="t" anchorCtr="0">
            <a:noAutofit/>
          </a:bodyPr>
          <a:lstStyle>
            <a:lvl1pPr algn="l">
              <a:defRPr sz="4800" b="0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PowerPoint heading here</a:t>
            </a:r>
            <a:endParaRPr lang="en-AU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7E843A4-4D82-4FBD-B30F-D0A6507422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315" y="2183554"/>
            <a:ext cx="5772685" cy="1419067"/>
          </a:xfrm>
        </p:spPr>
        <p:txBody>
          <a:bodyPr>
            <a:noAutofit/>
          </a:bodyPr>
          <a:lstStyle>
            <a:lvl1pPr marL="0" indent="0" algn="l">
              <a:buNone/>
              <a:defRPr sz="2600" b="0" i="0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Subheading goes here over one line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786D906-AFE0-41F9-B246-83A12D18BB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3286261"/>
            <a:ext cx="2102935" cy="3160841"/>
          </a:xfrm>
        </p:spPr>
        <p:txBody>
          <a:bodyPr>
            <a:noAutofit/>
          </a:bodyPr>
          <a:lstStyle>
            <a:lvl1pPr marL="0" indent="0" algn="l">
              <a:buNone/>
              <a:defRPr sz="1300" b="0" i="0" cap="none" baseline="0">
                <a:solidFill>
                  <a:schemeClr val="accent1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Name of Person Presenting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46368" y="297597"/>
            <a:ext cx="1238539" cy="22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6387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D5407C-EF02-E542-AC31-CF5FB5713222}"/>
              </a:ext>
            </a:extLst>
          </p:cNvPr>
          <p:cNvSpPr/>
          <p:nvPr userDrawn="1"/>
        </p:nvSpPr>
        <p:spPr>
          <a:xfrm>
            <a:off x="0" y="620713"/>
            <a:ext cx="11584502" cy="62372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E2CB934-33E0-9840-A1CB-8A818F48F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315" y="699398"/>
            <a:ext cx="5779561" cy="803094"/>
          </a:xfrm>
        </p:spPr>
        <p:txBody>
          <a:bodyPr numCol="1" spcCol="180000" anchor="b" anchorCtr="0">
            <a:noAutofit/>
          </a:bodyPr>
          <a:lstStyle>
            <a:lvl1pPr marL="0" indent="0" algn="l">
              <a:buNone/>
              <a:defRPr sz="4800" b="0" i="0" baseline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Subheading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DE4983-8C95-7944-B7F2-7CDF561BB4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3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897424-294A-C849-B6FD-C1BE332254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2523" y="1717517"/>
            <a:ext cx="5767387" cy="4609449"/>
          </a:xfrm>
        </p:spPr>
        <p:txBody>
          <a:bodyPr numCol="2" spcCol="180000"/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  <a:lvl2pPr marL="355600" indent="-355600">
              <a:buClr>
                <a:schemeClr val="bg1"/>
              </a:buClr>
              <a:tabLst/>
              <a:defRPr sz="2600">
                <a:solidFill>
                  <a:schemeClr val="bg1"/>
                </a:solidFill>
              </a:defRPr>
            </a:lvl2pPr>
            <a:lvl3pPr marL="712788" indent="-350838">
              <a:buClr>
                <a:schemeClr val="bg1"/>
              </a:buClr>
              <a:tabLst/>
              <a:defRPr sz="2600">
                <a:solidFill>
                  <a:schemeClr val="bg1"/>
                </a:solidFill>
              </a:defRPr>
            </a:lvl3pPr>
            <a:lvl4pPr marL="1069975" indent="-357188">
              <a:buClr>
                <a:schemeClr val="bg1"/>
              </a:buClr>
              <a:tabLst/>
              <a:defRPr sz="2600">
                <a:solidFill>
                  <a:schemeClr val="bg1"/>
                </a:solidFill>
              </a:defRPr>
            </a:lvl4pPr>
            <a:lvl5pPr marL="1422400" indent="-357188">
              <a:buClr>
                <a:schemeClr val="bg1"/>
              </a:buClr>
              <a:tabLst/>
              <a:defRPr sz="2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55374-8B84-8D45-BD75-CDA332D39E6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9190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D5407C-EF02-E542-AC31-CF5FB5713222}"/>
              </a:ext>
            </a:extLst>
          </p:cNvPr>
          <p:cNvSpPr/>
          <p:nvPr userDrawn="1"/>
        </p:nvSpPr>
        <p:spPr>
          <a:xfrm>
            <a:off x="0" y="620713"/>
            <a:ext cx="11584502" cy="62372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E2CB934-33E0-9840-A1CB-8A818F48F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315" y="699398"/>
            <a:ext cx="5779561" cy="803094"/>
          </a:xfrm>
        </p:spPr>
        <p:txBody>
          <a:bodyPr numCol="1" spcCol="180000" anchor="b" anchorCtr="0">
            <a:noAutofit/>
          </a:bodyPr>
          <a:lstStyle>
            <a:lvl1pPr marL="0" indent="0" algn="l">
              <a:buNone/>
              <a:defRPr sz="4800" b="0" i="0" baseline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Subheading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DE4983-8C95-7944-B7F2-7CDF561BB4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3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897424-294A-C849-B6FD-C1BE332254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2523" y="1717517"/>
            <a:ext cx="5767387" cy="4609449"/>
          </a:xfrm>
        </p:spPr>
        <p:txBody>
          <a:bodyPr numCol="2" spcCol="180000"/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  <a:lvl2pPr marL="355600" indent="-355600">
              <a:buClr>
                <a:schemeClr val="bg1"/>
              </a:buClr>
              <a:tabLst/>
              <a:defRPr sz="2600">
                <a:solidFill>
                  <a:schemeClr val="bg1"/>
                </a:solidFill>
              </a:defRPr>
            </a:lvl2pPr>
            <a:lvl3pPr marL="712788" indent="-350838">
              <a:buClr>
                <a:schemeClr val="bg1"/>
              </a:buClr>
              <a:tabLst/>
              <a:defRPr sz="2600">
                <a:solidFill>
                  <a:schemeClr val="bg1"/>
                </a:solidFill>
              </a:defRPr>
            </a:lvl3pPr>
            <a:lvl4pPr marL="1069975" indent="-357188">
              <a:buClr>
                <a:schemeClr val="bg1"/>
              </a:buClr>
              <a:tabLst/>
              <a:defRPr sz="2600">
                <a:solidFill>
                  <a:schemeClr val="bg1"/>
                </a:solidFill>
              </a:defRPr>
            </a:lvl4pPr>
            <a:lvl5pPr marL="1422400" indent="-357188">
              <a:buClr>
                <a:schemeClr val="bg1"/>
              </a:buClr>
              <a:tabLst/>
              <a:defRPr sz="2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8F9F5E-270D-904F-9162-43D77331445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245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0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9D0D302-43F1-E443-BC65-E4BBFEF3BA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2014538"/>
            <a:ext cx="11582400" cy="4843462"/>
          </a:xfrm>
          <a:solidFill>
            <a:schemeClr val="accent5"/>
          </a:solidFill>
        </p:spPr>
        <p:txBody>
          <a:bodyPr anchor="ctr" anchorCtr="0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E2CB934-33E0-9840-A1CB-8A818F48F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315" y="129487"/>
            <a:ext cx="5779561" cy="803094"/>
          </a:xfrm>
        </p:spPr>
        <p:txBody>
          <a:bodyPr numCol="1" spcCol="180000" anchor="t" anchorCtr="0">
            <a:noAutofit/>
          </a:bodyPr>
          <a:lstStyle>
            <a:lvl1pPr marL="0" indent="0" algn="l">
              <a:buNone/>
              <a:defRPr sz="5400" b="0" i="0" baseline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Subheading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DE4983-8C95-7944-B7F2-7CDF561BB4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2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897424-294A-C849-B6FD-C1BE332254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2523" y="1079703"/>
            <a:ext cx="5767387" cy="874603"/>
          </a:xfrm>
        </p:spPr>
        <p:txBody>
          <a:bodyPr numCol="2" spcCol="180000"/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  <a:lvl2pPr marL="355600" indent="-355600">
              <a:buClr>
                <a:schemeClr val="bg1"/>
              </a:buClr>
              <a:tabLst/>
              <a:defRPr sz="1300">
                <a:solidFill>
                  <a:schemeClr val="bg1"/>
                </a:solidFill>
              </a:defRPr>
            </a:lvl2pPr>
            <a:lvl3pPr marL="712788" indent="-350838">
              <a:buClr>
                <a:schemeClr val="bg1"/>
              </a:buClr>
              <a:tabLst/>
              <a:defRPr sz="1300">
                <a:solidFill>
                  <a:schemeClr val="bg1"/>
                </a:solidFill>
              </a:defRPr>
            </a:lvl3pPr>
            <a:lvl4pPr marL="1069975" indent="-357188">
              <a:buClr>
                <a:schemeClr val="bg1"/>
              </a:buClr>
              <a:tabLst/>
              <a:defRPr sz="1300">
                <a:solidFill>
                  <a:schemeClr val="bg1"/>
                </a:solidFill>
              </a:defRPr>
            </a:lvl4pPr>
            <a:lvl5pPr marL="1422400" indent="-357188">
              <a:buClr>
                <a:schemeClr val="bg1"/>
              </a:buClr>
              <a:tabLst/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395F421-9287-334A-9ED0-A445F0E346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1158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9D0D302-43F1-E443-BC65-E4BBFEF3BA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2014538"/>
            <a:ext cx="11582400" cy="4843462"/>
          </a:xfrm>
          <a:solidFill>
            <a:schemeClr val="accent5"/>
          </a:solidFill>
        </p:spPr>
        <p:txBody>
          <a:bodyPr anchor="ctr" anchorCtr="0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E2CB934-33E0-9840-A1CB-8A818F48F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315" y="129487"/>
            <a:ext cx="5779561" cy="803094"/>
          </a:xfrm>
        </p:spPr>
        <p:txBody>
          <a:bodyPr numCol="1" spcCol="180000" anchor="t" anchorCtr="0">
            <a:noAutofit/>
          </a:bodyPr>
          <a:lstStyle>
            <a:lvl1pPr marL="0" indent="0" algn="l">
              <a:buNone/>
              <a:defRPr sz="5400" b="0" i="0" baseline="0">
                <a:solidFill>
                  <a:schemeClr val="tx2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897424-294A-C849-B6FD-C1BE332254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2523" y="1079703"/>
            <a:ext cx="5767387" cy="874603"/>
          </a:xfrm>
        </p:spPr>
        <p:txBody>
          <a:bodyPr numCol="2" spcCol="180000"/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355600" indent="-355600">
              <a:buClr>
                <a:schemeClr val="bg1"/>
              </a:buClr>
              <a:tabLst/>
              <a:defRPr sz="1300">
                <a:solidFill>
                  <a:schemeClr val="bg1"/>
                </a:solidFill>
              </a:defRPr>
            </a:lvl2pPr>
            <a:lvl3pPr marL="712788" indent="-350838">
              <a:buClr>
                <a:schemeClr val="bg1"/>
              </a:buClr>
              <a:tabLst/>
              <a:defRPr sz="1300">
                <a:solidFill>
                  <a:schemeClr val="bg1"/>
                </a:solidFill>
              </a:defRPr>
            </a:lvl3pPr>
            <a:lvl4pPr marL="1069975" indent="-357188">
              <a:buClr>
                <a:schemeClr val="bg1"/>
              </a:buClr>
              <a:tabLst/>
              <a:defRPr sz="1300">
                <a:solidFill>
                  <a:schemeClr val="bg1"/>
                </a:solidFill>
              </a:defRPr>
            </a:lvl4pPr>
            <a:lvl5pPr marL="1422400" indent="-357188">
              <a:buClr>
                <a:schemeClr val="bg1"/>
              </a:buClr>
              <a:tabLst/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395F421-9287-334A-9ED0-A445F0E346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19E4A5-1999-2C40-8EE1-894B69E69E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9707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0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E2CB934-33E0-9840-A1CB-8A818F48F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315" y="1341437"/>
            <a:ext cx="11568648" cy="4751387"/>
          </a:xfrm>
        </p:spPr>
        <p:txBody>
          <a:bodyPr numCol="1" spcCol="180000" anchor="ctr" anchorCtr="0">
            <a:noAutofit/>
          </a:bodyPr>
          <a:lstStyle>
            <a:lvl1pPr marL="0" indent="0" algn="ctr">
              <a:buNone/>
              <a:defRPr sz="24800" b="0" i="0" baseline="0">
                <a:solidFill>
                  <a:schemeClr val="bg1"/>
                </a:solidFill>
                <a:latin typeface="ToyotaScript_V1" pitchFamily="2" charset="77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Heading here</a:t>
            </a:r>
          </a:p>
        </p:txBody>
      </p:sp>
    </p:spTree>
    <p:extLst>
      <p:ext uri="{BB962C8B-B14F-4D97-AF65-F5344CB8AC3E}">
        <p14:creationId xmlns:p14="http://schemas.microsoft.com/office/powerpoint/2010/main" val="334863080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image with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7369" y="886839"/>
            <a:ext cx="3142212" cy="254742"/>
          </a:xfrm>
        </p:spPr>
        <p:txBody>
          <a:bodyPr/>
          <a:lstStyle>
            <a:lvl1pPr>
              <a:defRPr sz="1200" b="1" i="0" cap="all" baseline="0">
                <a:solidFill>
                  <a:schemeClr val="bg1"/>
                </a:solidFill>
                <a:latin typeface="Toyota Type Semibold" panose="020B0602020202020204" pitchFamily="34" charset="0"/>
                <a:cs typeface="Toyota Type Semibold" panose="020B06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8BE326-6C8F-B249-863C-3154398E78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27369" y="1138977"/>
            <a:ext cx="3142212" cy="1665287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179388" indent="-179388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2pPr>
            <a:lvl3pPr marL="360363" indent="-180975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3pPr>
            <a:lvl4pPr marL="534988" indent="-174625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4pPr>
            <a:lvl5pPr marL="715963" indent="-180975"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570995B-0A97-1B4B-BA85-BBDF98BD76A5}"/>
              </a:ext>
            </a:extLst>
          </p:cNvPr>
          <p:cNvSpPr/>
          <p:nvPr userDrawn="1"/>
        </p:nvSpPr>
        <p:spPr>
          <a:xfrm>
            <a:off x="8121689" y="613386"/>
            <a:ext cx="3453138" cy="1045029"/>
          </a:xfrm>
          <a:custGeom>
            <a:avLst/>
            <a:gdLst>
              <a:gd name="connsiteX0" fmla="*/ 0 w 3453138"/>
              <a:gd name="connsiteY0" fmla="*/ 0 h 1045029"/>
              <a:gd name="connsiteX1" fmla="*/ 3453138 w 3453138"/>
              <a:gd name="connsiteY1" fmla="*/ 0 h 1045029"/>
              <a:gd name="connsiteX2" fmla="*/ 3453138 w 3453138"/>
              <a:gd name="connsiteY2" fmla="*/ 1045029 h 104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3138" h="1045029">
                <a:moveTo>
                  <a:pt x="0" y="0"/>
                </a:moveTo>
                <a:lnTo>
                  <a:pt x="3453138" y="0"/>
                </a:lnTo>
                <a:lnTo>
                  <a:pt x="3453138" y="104502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3670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ground image with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72E132-4352-D04C-A973-67C9F83B9CCA}"/>
              </a:ext>
            </a:extLst>
          </p:cNvPr>
          <p:cNvSpPr/>
          <p:nvPr userDrawn="1"/>
        </p:nvSpPr>
        <p:spPr>
          <a:xfrm>
            <a:off x="7867086" y="2546758"/>
            <a:ext cx="4030853" cy="405089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7125" y="2763998"/>
            <a:ext cx="3390664" cy="690402"/>
          </a:xfrm>
        </p:spPr>
        <p:txBody>
          <a:bodyPr/>
          <a:lstStyle>
            <a:lvl1pPr>
              <a:defRPr sz="2500" b="1" i="0" cap="all" baseline="0">
                <a:solidFill>
                  <a:schemeClr val="bg1"/>
                </a:solidFill>
                <a:latin typeface="Toyota Type Black" panose="020B0602020202020204" pitchFamily="34" charset="0"/>
                <a:cs typeface="Toyota Type Black" panose="020B06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8BE326-6C8F-B249-863C-3154398E78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67125" y="3149610"/>
            <a:ext cx="3390664" cy="3162903"/>
          </a:xfrm>
        </p:spPr>
        <p:txBody>
          <a:bodyPr/>
          <a:lstStyle>
            <a:lvl1pPr marL="0" indent="0">
              <a:buNone/>
              <a:defRPr sz="2500">
                <a:solidFill>
                  <a:schemeClr val="bg1"/>
                </a:solidFill>
              </a:defRPr>
            </a:lvl1pPr>
            <a:lvl2pPr marL="179388" indent="-179388">
              <a:buClr>
                <a:schemeClr val="bg1"/>
              </a:buClr>
              <a:tabLst/>
              <a:defRPr sz="2500">
                <a:solidFill>
                  <a:schemeClr val="bg1"/>
                </a:solidFill>
              </a:defRPr>
            </a:lvl2pPr>
            <a:lvl3pPr marL="360363" indent="-180975">
              <a:buClr>
                <a:schemeClr val="bg1"/>
              </a:buClr>
              <a:tabLst/>
              <a:defRPr sz="2500">
                <a:solidFill>
                  <a:schemeClr val="bg1"/>
                </a:solidFill>
              </a:defRPr>
            </a:lvl3pPr>
            <a:lvl4pPr marL="534988" indent="-174625">
              <a:buClr>
                <a:schemeClr val="bg1"/>
              </a:buClr>
              <a:tabLst/>
              <a:defRPr sz="2500">
                <a:solidFill>
                  <a:schemeClr val="bg1"/>
                </a:solidFill>
              </a:defRPr>
            </a:lvl4pPr>
            <a:lvl5pPr marL="715963" indent="-180975">
              <a:buClr>
                <a:schemeClr val="bg1"/>
              </a:buClr>
              <a:tabLst/>
              <a:defRPr sz="2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728684-4306-E245-B14D-810C278863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29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C35DA34-49E3-0944-84F8-A74208FAE1E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757647" y="261007"/>
            <a:ext cx="114029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9453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ckground image with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72E132-4352-D04C-A973-67C9F83B9CCA}"/>
              </a:ext>
            </a:extLst>
          </p:cNvPr>
          <p:cNvSpPr/>
          <p:nvPr userDrawn="1"/>
        </p:nvSpPr>
        <p:spPr>
          <a:xfrm>
            <a:off x="7867086" y="2546758"/>
            <a:ext cx="4030853" cy="40508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7125" y="2763998"/>
            <a:ext cx="3390664" cy="690402"/>
          </a:xfrm>
        </p:spPr>
        <p:txBody>
          <a:bodyPr/>
          <a:lstStyle>
            <a:lvl1pPr>
              <a:defRPr sz="2500" b="1" i="0" cap="all" baseline="0">
                <a:solidFill>
                  <a:schemeClr val="tx1"/>
                </a:solidFill>
                <a:latin typeface="Toyota Type Black" panose="020B0602020202020204" pitchFamily="34" charset="0"/>
                <a:cs typeface="Toyota Type Black" panose="020B06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8BE326-6C8F-B249-863C-3154398E78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67125" y="3149610"/>
            <a:ext cx="3390664" cy="3162903"/>
          </a:xfrm>
        </p:spPr>
        <p:txBody>
          <a:bodyPr/>
          <a:lstStyle>
            <a:lvl1pPr marL="0" indent="0">
              <a:buNone/>
              <a:defRPr sz="2500">
                <a:solidFill>
                  <a:schemeClr val="tx1"/>
                </a:solidFill>
              </a:defRPr>
            </a:lvl1pPr>
            <a:lvl2pPr marL="179388" indent="-179388">
              <a:buClr>
                <a:schemeClr val="bg1"/>
              </a:buClr>
              <a:tabLst/>
              <a:defRPr sz="2500">
                <a:solidFill>
                  <a:schemeClr val="tx1"/>
                </a:solidFill>
              </a:defRPr>
            </a:lvl2pPr>
            <a:lvl3pPr marL="360363" indent="-180975">
              <a:buClr>
                <a:schemeClr val="bg1"/>
              </a:buClr>
              <a:tabLst/>
              <a:defRPr sz="2500">
                <a:solidFill>
                  <a:schemeClr val="tx1"/>
                </a:solidFill>
              </a:defRPr>
            </a:lvl3pPr>
            <a:lvl4pPr marL="534988" indent="-174625">
              <a:buClr>
                <a:schemeClr val="bg1"/>
              </a:buClr>
              <a:tabLst/>
              <a:defRPr sz="2500">
                <a:solidFill>
                  <a:schemeClr val="tx1"/>
                </a:solidFill>
              </a:defRPr>
            </a:lvl4pPr>
            <a:lvl5pPr marL="715963" indent="-180975">
              <a:buClr>
                <a:schemeClr val="bg1"/>
              </a:buClr>
              <a:tabLst/>
              <a:defRPr sz="2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728684-4306-E245-B14D-810C278863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29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C35DA34-49E3-0944-84F8-A74208FAE1E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757647" y="261007"/>
            <a:ext cx="114029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1868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ground image with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72E132-4352-D04C-A973-67C9F83B9CCA}"/>
              </a:ext>
            </a:extLst>
          </p:cNvPr>
          <p:cNvSpPr/>
          <p:nvPr userDrawn="1"/>
        </p:nvSpPr>
        <p:spPr>
          <a:xfrm>
            <a:off x="0" y="3869094"/>
            <a:ext cx="5038531" cy="2988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79" y="4100478"/>
            <a:ext cx="3390664" cy="690402"/>
          </a:xfrm>
        </p:spPr>
        <p:txBody>
          <a:bodyPr/>
          <a:lstStyle>
            <a:lvl1pPr>
              <a:defRPr sz="2500" b="1" i="0" cap="all" baseline="0">
                <a:solidFill>
                  <a:schemeClr val="tx2"/>
                </a:solidFill>
                <a:latin typeface="Toyota Type Black" panose="020B0602020202020204" pitchFamily="34" charset="0"/>
                <a:cs typeface="Toyota Type Black" panose="020B06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8BE326-6C8F-B249-863C-3154398E78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4919" y="4553337"/>
            <a:ext cx="3390664" cy="2075508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179388" indent="-179388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2pPr>
            <a:lvl3pPr marL="360363" indent="-180975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3pPr>
            <a:lvl4pPr marL="534988" indent="-174625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4pPr>
            <a:lvl5pPr marL="715963" indent="-180975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728684-4306-E245-B14D-810C278863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29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C35DA34-49E3-0944-84F8-A74208FAE1E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757647" y="261007"/>
            <a:ext cx="114029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3289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8BCDF6-E7DE-7C4F-B226-DA0A4A61F0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4637" y="804240"/>
            <a:ext cx="10462725" cy="524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78053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 Tit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8BCDF6-E7DE-7C4F-B226-DA0A4A61F0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4637" y="804240"/>
            <a:ext cx="10462725" cy="524952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F61CBF94-46E9-7941-B8A0-3D585E574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4530" y="4689117"/>
            <a:ext cx="5162939" cy="953908"/>
          </a:xfrm>
        </p:spPr>
        <p:txBody>
          <a:bodyPr anchor="ctr" anchorCtr="0"/>
          <a:lstStyle>
            <a:lvl1pPr algn="ctr">
              <a:defRPr b="1" i="0" cap="all" baseline="0">
                <a:solidFill>
                  <a:schemeClr val="bg1"/>
                </a:solidFill>
                <a:latin typeface="Toyota Type Semibold" panose="020B0602020202020204" pitchFamily="34" charset="0"/>
                <a:cs typeface="Toyota Type Semibold" panose="020B06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12884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gri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8BCDF6-E7DE-7C4F-B226-DA0A4A61F0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4637" y="804240"/>
            <a:ext cx="10462725" cy="5249519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F61CBF94-46E9-7941-B8A0-3D585E574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37" y="1496944"/>
            <a:ext cx="5162939" cy="953908"/>
          </a:xfrm>
        </p:spPr>
        <p:txBody>
          <a:bodyPr anchor="t" anchorCtr="0"/>
          <a:lstStyle>
            <a:lvl1pPr algn="l">
              <a:defRPr sz="5000" b="0" i="0" cap="none" baseline="0">
                <a:solidFill>
                  <a:schemeClr val="tx1"/>
                </a:solidFill>
                <a:latin typeface="+mj-lt"/>
                <a:cs typeface="Toyota Type Semibold" panose="020B06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AC6DA002-A0DE-D54D-A107-C0F2C97F9C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757647" y="261007"/>
            <a:ext cx="114029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36B4B7-B453-3443-940F-D7EC6C86E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3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956DFF-BAC0-7A46-A045-5A7767048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0858" y="2450852"/>
            <a:ext cx="5156718" cy="953908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179388" indent="-179388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2pPr>
            <a:lvl3pPr marL="360363" indent="-180975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3pPr>
            <a:lvl4pPr marL="534988" indent="-174625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4pPr>
            <a:lvl5pPr marL="715963" indent="-180975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38454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grid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0D0169-E014-4C43-B6EF-F8FDCC413E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27" y="372473"/>
            <a:ext cx="11383346" cy="6113054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F61CBF94-46E9-7941-B8A0-3D585E574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399" y="1111279"/>
            <a:ext cx="5162939" cy="450043"/>
          </a:xfrm>
        </p:spPr>
        <p:txBody>
          <a:bodyPr anchor="t" anchorCtr="0"/>
          <a:lstStyle>
            <a:lvl1pPr algn="l">
              <a:defRPr sz="2500" b="1" i="0" cap="all" baseline="0">
                <a:solidFill>
                  <a:schemeClr val="bg1"/>
                </a:solidFill>
                <a:latin typeface="Toyota Type Semibold" panose="020B0602020202020204" pitchFamily="34" charset="0"/>
                <a:cs typeface="Toyota Type Semibold" panose="020B06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956DFF-BAC0-7A46-A045-5A7767048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6620" y="1492900"/>
            <a:ext cx="5156718" cy="3296814"/>
          </a:xfrm>
        </p:spPr>
        <p:txBody>
          <a:bodyPr/>
          <a:lstStyle>
            <a:lvl1pPr marL="0" indent="0">
              <a:buNone/>
              <a:defRPr sz="2500">
                <a:solidFill>
                  <a:schemeClr val="bg1"/>
                </a:solidFill>
              </a:defRPr>
            </a:lvl1pPr>
            <a:lvl2pPr marL="179388" indent="-179388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2pPr>
            <a:lvl3pPr marL="360363" indent="-180975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3pPr>
            <a:lvl4pPr marL="534988" indent="-174625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4pPr>
            <a:lvl5pPr marL="715963" indent="-180975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506081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grid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0D0169-E014-4C43-B6EF-F8FDCC413E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327" y="372473"/>
            <a:ext cx="11383345" cy="6113054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F61CBF94-46E9-7941-B8A0-3D585E574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400" y="1154820"/>
            <a:ext cx="3679496" cy="195013"/>
          </a:xfrm>
        </p:spPr>
        <p:txBody>
          <a:bodyPr anchor="t" anchorCtr="0"/>
          <a:lstStyle>
            <a:lvl1pPr algn="l">
              <a:defRPr sz="1200" b="1" i="0" cap="all" baseline="0">
                <a:solidFill>
                  <a:schemeClr val="bg1"/>
                </a:solidFill>
                <a:latin typeface="Toyota Type Semibold" panose="020B0602020202020204" pitchFamily="34" charset="0"/>
                <a:cs typeface="Toyota Type Semibold" panose="020B06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956DFF-BAC0-7A46-A045-5A7767048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6620" y="1349833"/>
            <a:ext cx="3675062" cy="1667065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179388" indent="-179388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2pPr>
            <a:lvl3pPr marL="360363" indent="-180975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3pPr>
            <a:lvl4pPr marL="534988" indent="-174625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4pPr>
            <a:lvl5pPr marL="715963" indent="-180975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5A0CDA6-A3F8-404D-AD22-C065F4A058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805113"/>
            <a:ext cx="4889500" cy="2879725"/>
          </a:xfrm>
          <a:solidFill>
            <a:schemeClr val="accent5"/>
          </a:solidFill>
        </p:spPr>
        <p:txBody>
          <a:bodyPr anchor="ctr" anchorCtr="0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5128272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grid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0D0169-E014-4C43-B6EF-F8FDCC413E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327" y="372473"/>
            <a:ext cx="11383345" cy="6113053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F61CBF94-46E9-7941-B8A0-3D585E574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400" y="1111280"/>
            <a:ext cx="3679496" cy="195013"/>
          </a:xfrm>
        </p:spPr>
        <p:txBody>
          <a:bodyPr anchor="t" anchorCtr="0"/>
          <a:lstStyle>
            <a:lvl1pPr algn="l">
              <a:defRPr sz="2500" b="1" i="0" cap="all" baseline="0">
                <a:solidFill>
                  <a:schemeClr val="tx1"/>
                </a:solidFill>
                <a:latin typeface="Toyota Type Semibold" panose="020B0602020202020204" pitchFamily="34" charset="0"/>
                <a:cs typeface="Toyota Type Semibold" panose="020B06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D956DFF-BAC0-7A46-A045-5A7767048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6620" y="1499122"/>
            <a:ext cx="3675062" cy="3047996"/>
          </a:xfrm>
        </p:spPr>
        <p:txBody>
          <a:bodyPr/>
          <a:lstStyle>
            <a:lvl1pPr marL="0" indent="0">
              <a:buNone/>
              <a:defRPr sz="2500">
                <a:solidFill>
                  <a:schemeClr val="tx1"/>
                </a:solidFill>
              </a:defRPr>
            </a:lvl1pPr>
            <a:lvl2pPr marL="179388" indent="-179388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2pPr>
            <a:lvl3pPr marL="360363" indent="-180975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3pPr>
            <a:lvl4pPr marL="534988" indent="-174625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4pPr>
            <a:lvl5pPr marL="715963" indent="-180975"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5A0CDA6-A3F8-404D-AD22-C065F4A058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2805113"/>
            <a:ext cx="4889500" cy="2879725"/>
          </a:xfrm>
          <a:solidFill>
            <a:schemeClr val="accent5"/>
          </a:solidFill>
        </p:spPr>
        <p:txBody>
          <a:bodyPr anchor="ctr" anchorCtr="0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1413488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Background ima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7579DE0-9653-AB4E-8B28-DC0186EEBD61}"/>
              </a:ext>
            </a:extLst>
          </p:cNvPr>
          <p:cNvSpPr/>
          <p:nvPr userDrawn="1"/>
        </p:nvSpPr>
        <p:spPr>
          <a:xfrm>
            <a:off x="0" y="296863"/>
            <a:ext cx="7147859" cy="65611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CE904090-B1F8-4D61-896B-429CC717BA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269" y="459730"/>
            <a:ext cx="5790157" cy="2994669"/>
          </a:xfrm>
        </p:spPr>
        <p:txBody>
          <a:bodyPr anchor="t" anchorCtr="0">
            <a:noAutofit/>
          </a:bodyPr>
          <a:lstStyle>
            <a:lvl1pPr algn="l">
              <a:defRPr sz="5000" b="1" i="0" spc="0" baseline="0">
                <a:solidFill>
                  <a:schemeClr val="tx1"/>
                </a:solidFill>
                <a:latin typeface="Toyota Type Semibold" panose="020B0602020202020204" pitchFamily="34" charset="0"/>
                <a:cs typeface="Toyota Type Semibold" panose="020B0602020202020204" pitchFamily="34" charset="0"/>
              </a:defRPr>
            </a:lvl1pPr>
          </a:lstStyle>
          <a:p>
            <a:r>
              <a:rPr lang="en-US"/>
              <a:t>PowerPoint heading here</a:t>
            </a:r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F432ED-DD57-A044-BB8E-8E9A7BB244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345763"/>
            <a:ext cx="1182402" cy="251887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7E843A4-4D82-4FBD-B30F-D0A6507422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315" y="2241550"/>
            <a:ext cx="5772685" cy="1419067"/>
          </a:xfrm>
        </p:spPr>
        <p:txBody>
          <a:bodyPr>
            <a:noAutofit/>
          </a:bodyPr>
          <a:lstStyle>
            <a:lvl1pPr marL="0" indent="0" algn="l">
              <a:buNone/>
              <a:defRPr sz="12400" b="0" i="0" baseline="0">
                <a:solidFill>
                  <a:schemeClr val="tx2"/>
                </a:solidFill>
                <a:latin typeface="ToyotaScript_V1" pitchFamily="2" charset="77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Script here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27489F-BB04-1840-88E1-AE4AD8B8F3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29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55BF635-E9AF-1443-AA91-EAD040AE8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7006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 image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FEEDE07-F57F-BD4C-97F4-F89300EDCA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89600" y="0"/>
            <a:ext cx="6502400" cy="3644900"/>
          </a:xfrm>
          <a:solidFill>
            <a:schemeClr val="accent5"/>
          </a:solidFill>
        </p:spPr>
        <p:txBody>
          <a:bodyPr anchor="ctr" anchorCtr="0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689436B-5A7F-944A-A4E2-EA24F2076C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83671" y="2976338"/>
            <a:ext cx="7015444" cy="3962344"/>
          </a:xfrm>
          <a:solidFill>
            <a:schemeClr val="accent5"/>
          </a:solidFill>
          <a:ln w="149225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2" y="142826"/>
            <a:ext cx="5316933" cy="1198612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8BE326-6C8F-B249-863C-3154398E78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3" y="1200995"/>
            <a:ext cx="5181600" cy="1665287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357188" indent="-357188">
              <a:tabLst/>
              <a:defRPr>
                <a:solidFill>
                  <a:schemeClr val="tx1"/>
                </a:solidFill>
              </a:defRPr>
            </a:lvl2pPr>
            <a:lvl3pPr marL="714375" indent="-357188">
              <a:tabLst/>
              <a:defRPr>
                <a:solidFill>
                  <a:schemeClr val="tx1"/>
                </a:solidFill>
              </a:defRPr>
            </a:lvl3pPr>
            <a:lvl4pPr marL="1066800" indent="-358775">
              <a:tabLst/>
              <a:defRPr>
                <a:solidFill>
                  <a:schemeClr val="tx1"/>
                </a:solidFill>
              </a:defRPr>
            </a:lvl4pPr>
            <a:lvl5pPr marL="1423988" indent="-350838"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FCC95C9-D1B2-6D4A-BE4C-28B741834C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24233" y="3644900"/>
            <a:ext cx="4767730" cy="3213100"/>
          </a:xfrm>
        </p:spPr>
        <p:txBody>
          <a:bodyPr anchor="ctr" anchorCtr="0"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357188" indent="-357188">
              <a:tabLst/>
              <a:defRPr>
                <a:solidFill>
                  <a:schemeClr val="tx1"/>
                </a:solidFill>
              </a:defRPr>
            </a:lvl2pPr>
            <a:lvl3pPr marL="714375" indent="-357188">
              <a:tabLst/>
              <a:defRPr>
                <a:solidFill>
                  <a:schemeClr val="tx1"/>
                </a:solidFill>
              </a:defRPr>
            </a:lvl3pPr>
            <a:lvl4pPr marL="1066800" indent="-358775">
              <a:tabLst/>
              <a:defRPr>
                <a:solidFill>
                  <a:schemeClr val="tx1"/>
                </a:solidFill>
              </a:defRPr>
            </a:lvl4pPr>
            <a:lvl5pPr marL="1423988" indent="-350838"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764802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2" y="176906"/>
            <a:ext cx="5316933" cy="119861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8BE326-6C8F-B249-863C-3154398E78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603" y="1272032"/>
            <a:ext cx="9235000" cy="484103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400">
                <a:solidFill>
                  <a:schemeClr val="tx1"/>
                </a:solidFill>
              </a:defRPr>
            </a:lvl1pPr>
            <a:lvl2pPr marL="357188" indent="-357188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2pPr>
            <a:lvl3pPr marL="714375" indent="-357188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3pPr>
            <a:lvl4pPr marL="1066800" indent="-358775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4pPr>
            <a:lvl5pPr marL="1423988" indent="-350838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91298-E3B6-CB4C-AC30-212CF20E79E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896B1-298E-4D44-89D1-7F62B170E1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0F91DA-22F5-CA4B-A77D-0D75918B5E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04936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2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FEEDE07-F57F-BD4C-97F4-F89300EDCA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620713"/>
            <a:ext cx="6096000" cy="6237287"/>
          </a:xfrm>
          <a:solidFill>
            <a:schemeClr val="accent5"/>
          </a:solidFill>
        </p:spPr>
        <p:txBody>
          <a:bodyPr anchor="ctr" anchorCtr="0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689436B-5A7F-944A-A4E2-EA24F2076C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20273" y="3742792"/>
            <a:ext cx="4799180" cy="3208919"/>
          </a:xfrm>
          <a:solidFill>
            <a:schemeClr val="accent5"/>
          </a:solidFill>
          <a:ln w="149225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2" y="176906"/>
            <a:ext cx="5316933" cy="119861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2F8BDF4-87D9-5D4A-813A-80BB5DA2C9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603" y="1272032"/>
            <a:ext cx="5094643" cy="484103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400">
                <a:solidFill>
                  <a:schemeClr val="tx1"/>
                </a:solidFill>
              </a:defRPr>
            </a:lvl1pPr>
            <a:lvl2pPr marL="357188" indent="-357188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2pPr>
            <a:lvl3pPr marL="714375" indent="-357188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3pPr>
            <a:lvl4pPr marL="1066800" indent="-358775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4pPr>
            <a:lvl5pPr marL="1423988" indent="-350838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77F1EE-4CD2-F445-8222-CE0F075D57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3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40ACF1-F639-E74C-99C6-58E3B85F9B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Section Title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540342A-905D-1B42-A9EE-0A031E9D4A3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18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C4EABB-94F0-B94B-BF64-22E58595601D}"/>
              </a:ext>
            </a:extLst>
          </p:cNvPr>
          <p:cNvSpPr/>
          <p:nvPr userDrawn="1"/>
        </p:nvSpPr>
        <p:spPr>
          <a:xfrm>
            <a:off x="6173620" y="1062067"/>
            <a:ext cx="5264899" cy="52592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FEEDE07-F57F-BD4C-97F4-F89300EDCA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26966" y="925759"/>
            <a:ext cx="5253541" cy="5247861"/>
          </a:xfrm>
          <a:solidFill>
            <a:schemeClr val="accent5"/>
          </a:solidFill>
        </p:spPr>
        <p:txBody>
          <a:bodyPr anchor="ctr" anchorCtr="0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2" y="176906"/>
            <a:ext cx="5316933" cy="119861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2F8BDF4-87D9-5D4A-813A-80BB5DA2C9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603" y="1272032"/>
            <a:ext cx="5094643" cy="484103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400">
                <a:solidFill>
                  <a:schemeClr val="tx1"/>
                </a:solidFill>
              </a:defRPr>
            </a:lvl1pPr>
            <a:lvl2pPr marL="357188" indent="-357188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2pPr>
            <a:lvl3pPr marL="714375" indent="-357188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3pPr>
            <a:lvl4pPr marL="1066800" indent="-358775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4pPr>
            <a:lvl5pPr marL="1423988" indent="-350838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4587E-FF95-2D4A-AAB3-B77E4E6B28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Section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CB1F52-0BA4-FB4B-91D8-2C9DC4CAF1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A60B043-BF55-A745-BD84-A67E91870F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98553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FEEDE07-F57F-BD4C-97F4-F89300EDCA9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"/>
            <a:ext cx="6096000" cy="3420000"/>
          </a:xfrm>
          <a:solidFill>
            <a:schemeClr val="accent5"/>
          </a:solidFill>
        </p:spPr>
        <p:txBody>
          <a:bodyPr anchor="ctr" anchorCtr="0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2" y="176906"/>
            <a:ext cx="5316933" cy="1198612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2F8BDF4-87D9-5D4A-813A-80BB5DA2C9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603" y="1272032"/>
            <a:ext cx="5094643" cy="484103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400">
                <a:solidFill>
                  <a:schemeClr val="tx1"/>
                </a:solidFill>
              </a:defRPr>
            </a:lvl1pPr>
            <a:lvl2pPr marL="357188" indent="-357188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2pPr>
            <a:lvl3pPr marL="714375" indent="-357188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3pPr>
            <a:lvl4pPr marL="1066800" indent="-358775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4pPr>
            <a:lvl5pPr marL="1423988" indent="-350838">
              <a:spcAft>
                <a:spcPts val="1200"/>
              </a:spcAft>
              <a:tabLst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4587E-FF95-2D4A-AAB3-B77E4E6B28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Section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CB1F52-0BA4-FB4B-91D8-2C9DC4CAF1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48648CED-EBDE-8D44-AC75-6E1C6AC10A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1" y="3438001"/>
            <a:ext cx="6096000" cy="3420000"/>
          </a:xfrm>
          <a:solidFill>
            <a:schemeClr val="accent5"/>
          </a:solidFill>
        </p:spPr>
        <p:txBody>
          <a:bodyPr anchor="ctr" anchorCtr="0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DD3650A-AFC2-F94B-8DD3-92C231CD135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124972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65D2E01-169C-124A-A003-305A457B3B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2" y="176906"/>
            <a:ext cx="5316933" cy="1198612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2F8BDF4-87D9-5D4A-813A-80BB5DA2C9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603" y="1272032"/>
            <a:ext cx="5094643" cy="484103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400">
                <a:solidFill>
                  <a:schemeClr val="bg1"/>
                </a:solidFill>
              </a:defRPr>
            </a:lvl1pPr>
            <a:lvl2pPr marL="357188" indent="-357188">
              <a:spcAft>
                <a:spcPts val="1200"/>
              </a:spcAft>
              <a:tabLst/>
              <a:defRPr sz="2400">
                <a:solidFill>
                  <a:schemeClr val="bg1"/>
                </a:solidFill>
              </a:defRPr>
            </a:lvl2pPr>
            <a:lvl3pPr marL="714375" indent="-357188">
              <a:spcAft>
                <a:spcPts val="1200"/>
              </a:spcAft>
              <a:tabLst/>
              <a:defRPr sz="2400">
                <a:solidFill>
                  <a:schemeClr val="bg1"/>
                </a:solidFill>
              </a:defRPr>
            </a:lvl3pPr>
            <a:lvl4pPr marL="1066800" indent="-358775">
              <a:spcAft>
                <a:spcPts val="1200"/>
              </a:spcAft>
              <a:tabLst/>
              <a:defRPr sz="2400">
                <a:solidFill>
                  <a:schemeClr val="bg1"/>
                </a:solidFill>
              </a:defRPr>
            </a:lvl4pPr>
            <a:lvl5pPr marL="1423988" indent="-350838">
              <a:spcAft>
                <a:spcPts val="1200"/>
              </a:spcAft>
              <a:tabLst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4587E-FF95-2D4A-AAB3-B77E4E6B28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CB1F52-0BA4-FB4B-91D8-2C9DC4CAF1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CD290A-C6BF-034B-9677-A0605271ED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30"/>
          </a:xfrm>
          <a:prstGeom prst="rect">
            <a:avLst/>
          </a:prstGeom>
        </p:spPr>
      </p:pic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840166-49BB-A94E-AD12-F92C2A6EA1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20187" y="1317409"/>
            <a:ext cx="5094643" cy="484103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1200">
                <a:solidFill>
                  <a:schemeClr val="tx1"/>
                </a:solidFill>
              </a:defRPr>
            </a:lvl1pPr>
            <a:lvl2pPr marL="134938" indent="-134938">
              <a:spcAft>
                <a:spcPts val="1200"/>
              </a:spcAft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2pPr>
            <a:lvl3pPr marL="271463" indent="-136525">
              <a:spcAft>
                <a:spcPts val="1200"/>
              </a:spcAft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3pPr>
            <a:lvl4pPr marL="401638" indent="-130175">
              <a:spcAft>
                <a:spcPts val="1200"/>
              </a:spcAft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4pPr>
            <a:lvl5pPr marL="538163" indent="-136525">
              <a:spcAft>
                <a:spcPts val="1200"/>
              </a:spcAft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117817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65D2E01-169C-124A-A003-305A457B3B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2" y="176906"/>
            <a:ext cx="5316933" cy="1198612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2F8BDF4-87D9-5D4A-813A-80BB5DA2C9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603" y="1272032"/>
            <a:ext cx="5094643" cy="4841030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400">
                <a:solidFill>
                  <a:schemeClr val="bg1"/>
                </a:solidFill>
              </a:defRPr>
            </a:lvl1pPr>
            <a:lvl2pPr marL="357188" indent="-357188">
              <a:spcAft>
                <a:spcPts val="1200"/>
              </a:spcAft>
              <a:tabLst/>
              <a:defRPr sz="2400">
                <a:solidFill>
                  <a:schemeClr val="bg1"/>
                </a:solidFill>
              </a:defRPr>
            </a:lvl2pPr>
            <a:lvl3pPr marL="714375" indent="-357188">
              <a:spcAft>
                <a:spcPts val="1200"/>
              </a:spcAft>
              <a:tabLst/>
              <a:defRPr sz="2400">
                <a:solidFill>
                  <a:schemeClr val="bg1"/>
                </a:solidFill>
              </a:defRPr>
            </a:lvl3pPr>
            <a:lvl4pPr marL="1066800" indent="-358775">
              <a:spcAft>
                <a:spcPts val="1200"/>
              </a:spcAft>
              <a:tabLst/>
              <a:defRPr sz="2400">
                <a:solidFill>
                  <a:schemeClr val="bg1"/>
                </a:solidFill>
              </a:defRPr>
            </a:lvl4pPr>
            <a:lvl5pPr marL="1423988" indent="-350838">
              <a:spcAft>
                <a:spcPts val="1200"/>
              </a:spcAft>
              <a:tabLst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4587E-FF95-2D4A-AAB3-B77E4E6B28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CB1F52-0BA4-FB4B-91D8-2C9DC4CAF1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CD290A-C6BF-034B-9677-A0605271ED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30"/>
          </a:xfrm>
          <a:prstGeom prst="rect">
            <a:avLst/>
          </a:prstGeom>
        </p:spPr>
      </p:pic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840166-49BB-A94E-AD12-F92C2A6EA1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40575" y="4764832"/>
            <a:ext cx="3247507" cy="1327993"/>
          </a:xfrm>
        </p:spPr>
        <p:txBody>
          <a:bodyPr/>
          <a:lstStyle>
            <a:lvl1pPr marL="0" indent="0">
              <a:spcAft>
                <a:spcPts val="900"/>
              </a:spcAft>
              <a:buNone/>
              <a:defRPr sz="1200">
                <a:solidFill>
                  <a:schemeClr val="tx1"/>
                </a:solidFill>
              </a:defRPr>
            </a:lvl1pPr>
            <a:lvl2pPr marL="0" indent="0">
              <a:spcAft>
                <a:spcPts val="900"/>
              </a:spcAft>
              <a:buClr>
                <a:schemeClr val="tx1"/>
              </a:buClr>
              <a:buNone/>
              <a:tabLst/>
              <a:defRPr sz="900">
                <a:solidFill>
                  <a:schemeClr val="tx2"/>
                </a:solidFill>
              </a:defRPr>
            </a:lvl2pPr>
            <a:lvl3pPr marL="271463" indent="-136525">
              <a:spcAft>
                <a:spcPts val="900"/>
              </a:spcAft>
              <a:buClr>
                <a:schemeClr val="tx1"/>
              </a:buClr>
              <a:tabLst/>
              <a:defRPr sz="900">
                <a:solidFill>
                  <a:schemeClr val="tx2"/>
                </a:solidFill>
              </a:defRPr>
            </a:lvl3pPr>
            <a:lvl4pPr marL="401638" indent="-130175">
              <a:spcAft>
                <a:spcPts val="900"/>
              </a:spcAft>
              <a:buClr>
                <a:schemeClr val="tx1"/>
              </a:buClr>
              <a:tabLst/>
              <a:defRPr sz="900">
                <a:solidFill>
                  <a:schemeClr val="tx2"/>
                </a:solidFill>
              </a:defRPr>
            </a:lvl4pPr>
            <a:lvl5pPr marL="538163" indent="-136525">
              <a:spcAft>
                <a:spcPts val="900"/>
              </a:spcAft>
              <a:buClr>
                <a:schemeClr val="tx1"/>
              </a:buClr>
              <a:tabLst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7E08358-30D1-0947-9EBA-37305EDA9C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40575" y="1341438"/>
            <a:ext cx="5051425" cy="3292475"/>
          </a:xfrm>
          <a:solidFill>
            <a:schemeClr val="accent5"/>
          </a:solidFill>
        </p:spPr>
        <p:txBody>
          <a:bodyPr anchor="ctr" anchorCtr="0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305590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D5407C-EF02-E542-AC31-CF5FB5713222}"/>
              </a:ext>
            </a:extLst>
          </p:cNvPr>
          <p:cNvSpPr/>
          <p:nvPr userDrawn="1"/>
        </p:nvSpPr>
        <p:spPr>
          <a:xfrm>
            <a:off x="0" y="620713"/>
            <a:ext cx="11584502" cy="62372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E2CB934-33E0-9840-A1CB-8A818F48F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315" y="1141047"/>
            <a:ext cx="8546987" cy="4951778"/>
          </a:xfrm>
        </p:spPr>
        <p:txBody>
          <a:bodyPr numCol="1" spcCol="180000" anchor="t" anchorCtr="0">
            <a:noAutofit/>
          </a:bodyPr>
          <a:lstStyle>
            <a:lvl1pPr marL="0" indent="0" algn="l">
              <a:buNone/>
              <a:defRPr sz="4800" b="0" i="0" baseline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Subheading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DE4983-8C95-7944-B7F2-7CDF561BB4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3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04C961-59D1-FB4D-BFB6-8828291556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55374-8B84-8D45-BD75-CDA332D39E6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97323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E2CB934-33E0-9840-A1CB-8A818F48F8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315" y="167164"/>
            <a:ext cx="8546987" cy="4951778"/>
          </a:xfrm>
        </p:spPr>
        <p:txBody>
          <a:bodyPr numCol="1" spcCol="180000" anchor="t" anchorCtr="0">
            <a:noAutofit/>
          </a:bodyPr>
          <a:lstStyle>
            <a:lvl1pPr marL="0" indent="0" algn="l">
              <a:buNone/>
              <a:defRPr sz="4800" b="0" i="0" baseline="0">
                <a:solidFill>
                  <a:schemeClr val="bg1"/>
                </a:solidFill>
                <a:latin typeface="+mn-lt"/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04C961-59D1-FB4D-BFB6-8828291556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55374-8B84-8D45-BD75-CDA332D39E6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C2D745-C28A-6F4B-9A09-691430C057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7014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65D2E01-169C-124A-A003-305A457B3B0A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2" y="176906"/>
            <a:ext cx="5316933" cy="1198612"/>
          </a:xfrm>
        </p:spPr>
        <p:txBody>
          <a:bodyPr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2F8BDF4-87D9-5D4A-813A-80BB5DA2C9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32033" y="2855167"/>
            <a:ext cx="2865906" cy="3742482"/>
          </a:xfrm>
        </p:spPr>
        <p:txBody>
          <a:bodyPr anchor="t" anchorCtr="0"/>
          <a:lstStyle>
            <a:lvl1pPr marL="0" indent="0">
              <a:spcAft>
                <a:spcPts val="1200"/>
              </a:spcAft>
              <a:buNone/>
              <a:defRPr sz="1200">
                <a:solidFill>
                  <a:schemeClr val="bg1"/>
                </a:solidFill>
              </a:defRPr>
            </a:lvl1pPr>
            <a:lvl2pPr marL="134938" indent="-134938">
              <a:spcAft>
                <a:spcPts val="1200"/>
              </a:spcAft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2pPr>
            <a:lvl3pPr marL="358775" indent="-136525">
              <a:spcAft>
                <a:spcPts val="1200"/>
              </a:spcAft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3pPr>
            <a:lvl4pPr marL="488950" indent="-130175">
              <a:spcAft>
                <a:spcPts val="1200"/>
              </a:spcAft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4pPr>
            <a:lvl5pPr marL="625475" indent="-136525">
              <a:spcAft>
                <a:spcPts val="1200"/>
              </a:spcAft>
              <a:buClr>
                <a:schemeClr val="bg1"/>
              </a:buClr>
              <a:tabLst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4587E-FF95-2D4A-AAB3-B77E4E6B28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CB1F52-0BA4-FB4B-91D8-2C9DC4CAF1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CD290A-C6BF-034B-9677-A0605271ED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36628" y="296863"/>
            <a:ext cx="628743" cy="112029"/>
          </a:xfrm>
          <a:prstGeom prst="rect">
            <a:avLst/>
          </a:prstGeom>
        </p:spPr>
      </p:pic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F95A8298-9114-8C40-8D12-F4AC00C35B47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34963" y="1341438"/>
            <a:ext cx="5543550" cy="5256212"/>
          </a:xfrm>
        </p:spPr>
        <p:txBody>
          <a:bodyPr anchor="ctr" anchorCtr="0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chart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AAD8D2-4118-7647-9672-24E35865FEA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9015520" y="2567951"/>
            <a:ext cx="1404000" cy="2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0363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2" y="176906"/>
            <a:ext cx="5316933" cy="1198612"/>
          </a:xfrm>
        </p:spPr>
        <p:txBody>
          <a:bodyPr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2F8BDF4-87D9-5D4A-813A-80BB5DA2C9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6073" y="1341437"/>
            <a:ext cx="5291865" cy="5255555"/>
          </a:xfrm>
        </p:spPr>
        <p:txBody>
          <a:bodyPr anchor="t" anchorCtr="0"/>
          <a:lstStyle>
            <a:lvl1pPr marL="0" indent="0">
              <a:spcAft>
                <a:spcPts val="1200"/>
              </a:spcAft>
              <a:buNone/>
              <a:defRPr sz="1200">
                <a:solidFill>
                  <a:schemeClr val="tx1"/>
                </a:solidFill>
              </a:defRPr>
            </a:lvl1pPr>
            <a:lvl2pPr marL="134938" indent="-134938">
              <a:spcAft>
                <a:spcPts val="1200"/>
              </a:spcAft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2pPr>
            <a:lvl3pPr marL="358775" indent="-136525">
              <a:spcAft>
                <a:spcPts val="1200"/>
              </a:spcAft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3pPr>
            <a:lvl4pPr marL="488950" indent="-130175">
              <a:spcAft>
                <a:spcPts val="1200"/>
              </a:spcAft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4pPr>
            <a:lvl5pPr marL="625475" indent="-136525">
              <a:spcAft>
                <a:spcPts val="1200"/>
              </a:spcAft>
              <a:buClr>
                <a:schemeClr val="tx1"/>
              </a:buClr>
              <a:tabLst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4587E-FF95-2D4A-AAB3-B77E4E6B28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F95A8298-9114-8C40-8D12-F4AC00C35B47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34963" y="1341438"/>
            <a:ext cx="5543550" cy="5256212"/>
          </a:xfrm>
        </p:spPr>
        <p:txBody>
          <a:bodyPr anchor="ctr" anchorCtr="0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6FC23967-BD84-F05C-CA4B-5C205FCB319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757647" y="261007"/>
            <a:ext cx="1140292" cy="365125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A6DC0-C88E-A20C-D60A-37B9D7502C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82003" y="313957"/>
            <a:ext cx="783903" cy="13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5257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2" y="176906"/>
            <a:ext cx="9010560" cy="703308"/>
          </a:xfr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4587E-FF95-2D4A-AAB3-B77E4E6B28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F95A8298-9114-8C40-8D12-F4AC00C35B47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34963" y="1341438"/>
            <a:ext cx="11557000" cy="4751387"/>
          </a:xfrm>
        </p:spPr>
        <p:txBody>
          <a:bodyPr anchor="ctr" anchorCtr="0"/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54DF1B8D-5EBE-633B-4E68-13C6B73D51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757647" y="261007"/>
            <a:ext cx="1140292" cy="365125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10347D-F426-5051-6061-1F5B2FCD02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82003" y="313957"/>
            <a:ext cx="783903" cy="13967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D77097-078E-46BE-31FA-55D1CC30F73E}"/>
              </a:ext>
            </a:extLst>
          </p:cNvPr>
          <p:cNvCxnSpPr>
            <a:cxnSpLocks/>
          </p:cNvCxnSpPr>
          <p:nvPr userDrawn="1"/>
        </p:nvCxnSpPr>
        <p:spPr>
          <a:xfrm>
            <a:off x="312902" y="786214"/>
            <a:ext cx="11585037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06413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2" y="176906"/>
            <a:ext cx="8378171" cy="588269"/>
          </a:xfr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4587E-FF95-2D4A-AAB3-B77E4E6B28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8CF17A8-8598-5D47-893F-D7B6CD745289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334963" y="1341438"/>
            <a:ext cx="11563350" cy="4751387"/>
          </a:xfrm>
        </p:spPr>
        <p:txBody>
          <a:bodyPr anchor="ctr" anchorCtr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6E087930-6BCB-1828-5050-41F73780F09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757647" y="261007"/>
            <a:ext cx="1140292" cy="365125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1B75C6-EECF-E998-3A1D-9A7203E8BF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82003" y="313957"/>
            <a:ext cx="783903" cy="139677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D5B231-76DD-D4C3-E26D-DFCEFB659F1A}"/>
              </a:ext>
            </a:extLst>
          </p:cNvPr>
          <p:cNvCxnSpPr>
            <a:cxnSpLocks/>
          </p:cNvCxnSpPr>
          <p:nvPr userDrawn="1"/>
        </p:nvCxnSpPr>
        <p:spPr>
          <a:xfrm>
            <a:off x="312902" y="786214"/>
            <a:ext cx="11585037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15370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E183-06BD-5F45-B7A6-E985E9A97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2" y="176906"/>
            <a:ext cx="8019248" cy="558032"/>
          </a:xfrm>
        </p:spPr>
        <p:txBody>
          <a:bodyPr/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4587E-FF95-2D4A-AAB3-B77E4E6B280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CB1F52-0BA4-FB4B-91D8-2C9DC4CAF1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A7094D-8FE7-F043-A218-5475633E02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82003" y="313957"/>
            <a:ext cx="783903" cy="13967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0460AE-1CC3-4D62-8328-57F5C0CC55CE}"/>
              </a:ext>
            </a:extLst>
          </p:cNvPr>
          <p:cNvCxnSpPr>
            <a:cxnSpLocks/>
          </p:cNvCxnSpPr>
          <p:nvPr userDrawn="1"/>
        </p:nvCxnSpPr>
        <p:spPr>
          <a:xfrm>
            <a:off x="312902" y="786214"/>
            <a:ext cx="11585037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6BE171F-D17F-0560-6AF8-14541615AF55}"/>
              </a:ext>
            </a:extLst>
          </p:cNvPr>
          <p:cNvSpPr txBox="1"/>
          <p:nvPr userDrawn="1"/>
        </p:nvSpPr>
        <p:spPr>
          <a:xfrm>
            <a:off x="312902" y="948583"/>
            <a:ext cx="11585037" cy="5469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4010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CC73C1F-A506-C14A-95D8-38D739E83A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837" y="3257205"/>
            <a:ext cx="1928326" cy="34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26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47.xml"/><Relationship Id="rId42" Type="http://schemas.openxmlformats.org/officeDocument/2006/relationships/slideLayout" Target="../slideLayouts/slideLayout55.xml"/><Relationship Id="rId47" Type="http://schemas.openxmlformats.org/officeDocument/2006/relationships/slideLayout" Target="../slideLayouts/slideLayout60.xml"/><Relationship Id="rId50" Type="http://schemas.openxmlformats.org/officeDocument/2006/relationships/slideLayout" Target="../slideLayouts/slideLayout63.xml"/><Relationship Id="rId55" Type="http://schemas.openxmlformats.org/officeDocument/2006/relationships/theme" Target="../theme/theme2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3.xml"/><Relationship Id="rId45" Type="http://schemas.openxmlformats.org/officeDocument/2006/relationships/slideLayout" Target="../slideLayouts/slideLayout58.xml"/><Relationship Id="rId53" Type="http://schemas.openxmlformats.org/officeDocument/2006/relationships/slideLayout" Target="../slideLayouts/slideLayout66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44.xml"/><Relationship Id="rId44" Type="http://schemas.openxmlformats.org/officeDocument/2006/relationships/slideLayout" Target="../slideLayouts/slideLayout57.xml"/><Relationship Id="rId52" Type="http://schemas.openxmlformats.org/officeDocument/2006/relationships/slideLayout" Target="../slideLayouts/slideLayout65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8.xml"/><Relationship Id="rId43" Type="http://schemas.openxmlformats.org/officeDocument/2006/relationships/slideLayout" Target="../slideLayouts/slideLayout56.xml"/><Relationship Id="rId48" Type="http://schemas.openxmlformats.org/officeDocument/2006/relationships/slideLayout" Target="../slideLayouts/slideLayout61.xml"/><Relationship Id="rId8" Type="http://schemas.openxmlformats.org/officeDocument/2006/relationships/slideLayout" Target="../slideLayouts/slideLayout21.xml"/><Relationship Id="rId51" Type="http://schemas.openxmlformats.org/officeDocument/2006/relationships/slideLayout" Target="../slideLayouts/slideLayout64.xml"/><Relationship Id="rId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slideLayout" Target="../slideLayouts/slideLayout46.xml"/><Relationship Id="rId38" Type="http://schemas.openxmlformats.org/officeDocument/2006/relationships/slideLayout" Target="../slideLayouts/slideLayout51.xml"/><Relationship Id="rId46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33.xml"/><Relationship Id="rId41" Type="http://schemas.openxmlformats.org/officeDocument/2006/relationships/slideLayout" Target="../slideLayouts/slideLayout54.xml"/><Relationship Id="rId54" Type="http://schemas.openxmlformats.org/officeDocument/2006/relationships/slideLayout" Target="../slideLayouts/slideLayout67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36" Type="http://schemas.openxmlformats.org/officeDocument/2006/relationships/slideLayout" Target="../slideLayouts/slideLayout49.xml"/><Relationship Id="rId49" Type="http://schemas.openxmlformats.org/officeDocument/2006/relationships/slideLayout" Target="../slideLayouts/slideLayout6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85.xml"/><Relationship Id="rId26" Type="http://schemas.openxmlformats.org/officeDocument/2006/relationships/slideLayout" Target="../slideLayouts/slideLayout93.xml"/><Relationship Id="rId21" Type="http://schemas.openxmlformats.org/officeDocument/2006/relationships/slideLayout" Target="../slideLayouts/slideLayout88.xml"/><Relationship Id="rId34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4.xml"/><Relationship Id="rId25" Type="http://schemas.openxmlformats.org/officeDocument/2006/relationships/slideLayout" Target="../slideLayouts/slideLayout92.xml"/><Relationship Id="rId33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83.xml"/><Relationship Id="rId20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96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24" Type="http://schemas.openxmlformats.org/officeDocument/2006/relationships/slideLayout" Target="../slideLayouts/slideLayout91.xml"/><Relationship Id="rId32" Type="http://schemas.openxmlformats.org/officeDocument/2006/relationships/slideLayout" Target="../slideLayouts/slideLayout99.xml"/><Relationship Id="rId37" Type="http://schemas.openxmlformats.org/officeDocument/2006/relationships/image" Target="../media/image48.emf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23" Type="http://schemas.openxmlformats.org/officeDocument/2006/relationships/slideLayout" Target="../slideLayouts/slideLayout90.xml"/><Relationship Id="rId28" Type="http://schemas.openxmlformats.org/officeDocument/2006/relationships/slideLayout" Target="../slideLayouts/slideLayout95.xml"/><Relationship Id="rId36" Type="http://schemas.openxmlformats.org/officeDocument/2006/relationships/theme" Target="../theme/theme3.xml"/><Relationship Id="rId10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6.xml"/><Relationship Id="rId31" Type="http://schemas.openxmlformats.org/officeDocument/2006/relationships/slideLayout" Target="../slideLayouts/slideLayout98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Relationship Id="rId22" Type="http://schemas.openxmlformats.org/officeDocument/2006/relationships/slideLayout" Target="../slideLayouts/slideLayout89.xml"/><Relationship Id="rId27" Type="http://schemas.openxmlformats.org/officeDocument/2006/relationships/slideLayout" Target="../slideLayouts/slideLayout94.xml"/><Relationship Id="rId30" Type="http://schemas.openxmlformats.org/officeDocument/2006/relationships/slideLayout" Target="../slideLayouts/slideLayout97.xml"/><Relationship Id="rId35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368D83-603A-CCD6-8B7F-B9B647E64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D3FF6-A409-5DB1-1D92-45DCA8932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2890C-04A5-AB99-6E29-2E034FF22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438DFB-F7DE-44EE-9A19-13101AD8184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83D91-2CF4-E92A-9F3C-DD4663CBB1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ABEB6-937C-1766-6302-561C8992E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7BEC8-D97B-4F8F-A65B-2F3B3C934EE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4B9BC-E8C9-2D3C-4DBA-F6249027E1F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108075" cy="1981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•• PROTECTED</a:t>
            </a:r>
          </a:p>
        </p:txBody>
      </p:sp>
    </p:spTree>
    <p:extLst>
      <p:ext uri="{BB962C8B-B14F-4D97-AF65-F5344CB8AC3E}">
        <p14:creationId xmlns:p14="http://schemas.microsoft.com/office/powerpoint/2010/main" val="1709173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5C2929-B588-D700-49ED-CC29039DE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69" y="256418"/>
            <a:ext cx="9597471" cy="10485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60E83-D76F-9C40-431D-869E92BF9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232753"/>
            <a:ext cx="9564411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B176F-C197-3B0E-E9A8-0698B5AB0D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388011"/>
            <a:ext cx="2743200" cy="20557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 b="1" i="0">
                <a:solidFill>
                  <a:schemeClr val="accent1"/>
                </a:solidFill>
                <a:latin typeface="Toyota Type Semibold" panose="020B0502020202020204" pitchFamily="34" charset="0"/>
                <a:cs typeface="Toyota Type Semibold" panose="020B0502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177C8-0A6B-4132-EFD9-9970B451D0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3" y="6381616"/>
            <a:ext cx="4114800" cy="20557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 b="1" i="0">
                <a:solidFill>
                  <a:schemeClr val="accent1"/>
                </a:solidFill>
                <a:latin typeface="Toyota Type Semibold" panose="020B0502020202020204" pitchFamily="34" charset="0"/>
                <a:cs typeface="Toyota Type Semibold" panose="020B0502020202020204" pitchFamily="34" charset="0"/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DB3D7-54B3-82E6-190C-B16C64369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2480" y="282355"/>
            <a:ext cx="513274" cy="20557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200" b="1" i="0">
                <a:solidFill>
                  <a:schemeClr val="accent1"/>
                </a:solidFill>
                <a:latin typeface="Toyota Type Semibold" panose="020B0502020202020204" pitchFamily="34" charset="0"/>
                <a:cs typeface="Toyota Type Semibold" panose="020B0502020202020204" pitchFamily="34" charset="0"/>
              </a:defRPr>
            </a:lvl1pPr>
          </a:lstStyle>
          <a:p>
            <a:fld id="{3E7CF295-AD1D-4613-B10F-F094A0B7B12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8CB6D8-A33D-7459-E726-EF2930D1FC2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403350" cy="1981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••• CONFIDENTIAL</a:t>
            </a:r>
          </a:p>
        </p:txBody>
      </p:sp>
    </p:spTree>
    <p:extLst>
      <p:ext uri="{BB962C8B-B14F-4D97-AF65-F5344CB8AC3E}">
        <p14:creationId xmlns:p14="http://schemas.microsoft.com/office/powerpoint/2010/main" val="259191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16" r:id="rId5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Font typeface="Arial" panose="020B0604020202020204" pitchFamily="34" charset="0"/>
        <a:buNone/>
        <a:defRPr sz="240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347663" indent="-3429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1"/>
        </a:buClr>
        <a:buSzPct val="100000"/>
        <a:buFont typeface=".Hiragino Kaku Gothic Interface W3"/>
        <a:buChar char="▪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12788" indent="-347663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00000"/>
        <a:buFont typeface=".Hiragino Kaku Gothic Interface W3"/>
        <a:buChar char="▪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1563" indent="-354013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00000"/>
        <a:buFont typeface=".Hiragino Kaku Gothic Interface W3"/>
        <a:buChar char="▪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425575" indent="-360363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100000"/>
        <a:buFont typeface=".Hiragino Kaku Gothic Interface W3"/>
        <a:buChar char="▪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77">
          <p15:clr>
            <a:srgbClr val="F26B43"/>
          </p15:clr>
        </p15:guide>
        <p15:guide id="5" orient="horz" pos="200">
          <p15:clr>
            <a:srgbClr val="F26B43"/>
          </p15:clr>
        </p15:guide>
        <p15:guide id="6" orient="horz" pos="4129">
          <p15:clr>
            <a:srgbClr val="F26B43"/>
          </p15:clr>
        </p15:guide>
        <p15:guide id="7" orient="horz" pos="822">
          <p15:clr>
            <a:srgbClr val="F26B43"/>
          </p15:clr>
        </p15:guide>
        <p15:guide id="8" orient="horz" pos="383">
          <p15:clr>
            <a:srgbClr val="F26B43"/>
          </p15:clr>
        </p15:guide>
        <p15:guide id="9" pos="7295">
          <p15:clr>
            <a:srgbClr val="F26B43"/>
          </p15:clr>
        </p15:guide>
        <p15:guide id="10" pos="3645">
          <p15:clr>
            <a:srgbClr val="F26B43"/>
          </p15:clr>
        </p15:guide>
        <p15:guide id="11" pos="4089">
          <p15:clr>
            <a:srgbClr val="F26B43"/>
          </p15:clr>
        </p15:guide>
        <p15:guide id="12" pos="413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8B59D3-3E7B-41A2-8230-4B3D526EF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58" y="244421"/>
            <a:ext cx="9628362" cy="9539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F54B5-0317-4B68-99C7-79FD7409D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918" y="1270318"/>
            <a:ext cx="9618202" cy="47513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70784-0763-0B41-BEA1-34B89AACB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7647" y="261007"/>
            <a:ext cx="1140292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200" b="1" i="0">
                <a:solidFill>
                  <a:schemeClr val="tx2"/>
                </a:solidFill>
                <a:latin typeface="Toyota Type" panose="020B0602020202020204" pitchFamily="34" charset="0"/>
                <a:cs typeface="Toyota Type" panose="020B0602020202020204" pitchFamily="34" charset="0"/>
              </a:defRPr>
            </a:lvl1pPr>
          </a:lstStyle>
          <a:p>
            <a:fld id="{F57049DE-9AF0-EC4D-AF73-5260E660A3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42D72-3BAB-4246-9DD8-9D4914BA0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3" y="6269730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200" b="1" i="0">
                <a:solidFill>
                  <a:schemeClr val="tx2"/>
                </a:solidFill>
                <a:latin typeface="Toyota Type Semibold" panose="020B0602020202020204" pitchFamily="34" charset="0"/>
                <a:cs typeface="Toyota Type Semibold" panose="020B0602020202020204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D1BBA0-79FB-EC4F-ABC7-9CE761BF0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25076" y="288482"/>
            <a:ext cx="652996" cy="131651"/>
          </a:xfrm>
          <a:prstGeom prst="rect">
            <a:avLst/>
          </a:prstGeom>
          <a:blipFill>
            <a:blip r:embed="rId37"/>
            <a:srcRect/>
            <a:stretch>
              <a:fillRect l="1244" t="6911" r="1244" b="6911"/>
            </a:stretch>
          </a:blip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F3BB3-0EC1-49D7-CF97-312C2F8E15D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403350" cy="1981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3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•••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1198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43" r:id="rId26"/>
    <p:sldLayoutId id="2147483744" r:id="rId27"/>
    <p:sldLayoutId id="2147483745" r:id="rId28"/>
    <p:sldLayoutId id="2147483746" r:id="rId29"/>
    <p:sldLayoutId id="2147483747" r:id="rId30"/>
    <p:sldLayoutId id="2147483748" r:id="rId31"/>
    <p:sldLayoutId id="2147483749" r:id="rId32"/>
    <p:sldLayoutId id="2147483750" r:id="rId33"/>
    <p:sldLayoutId id="2147483751" r:id="rId34"/>
    <p:sldLayoutId id="2147483752" r:id="rId35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06400" indent="-406400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Arial" panose="020B0604020202020204" pitchFamily="34" charset="0"/>
        <a:buChar char="•"/>
        <a:tabLst/>
        <a:defRPr sz="2400" b="0" i="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720725" indent="-355600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Arial" panose="020B0604020202020204" pitchFamily="34" charset="0"/>
        <a:buChar char="•"/>
        <a:tabLst/>
        <a:defRPr sz="2000" b="0" i="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076325" indent="-355600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Arial" panose="020B0604020202020204" pitchFamily="34" charset="0"/>
        <a:buChar char="•"/>
        <a:tabLst/>
        <a:defRPr sz="1800" b="0" i="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431925" indent="-355600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Arial" panose="020B0604020202020204" pitchFamily="34" charset="0"/>
        <a:buChar char="•"/>
        <a:tabLst/>
        <a:defRPr sz="1600" b="0" i="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1787525" indent="-355600" algn="l" defTabSz="914400" rtl="0" eaLnBrk="1" latinLnBrk="0" hangingPunct="1">
        <a:lnSpc>
          <a:spcPct val="100000"/>
        </a:lnSpc>
        <a:spcBef>
          <a:spcPts val="0"/>
        </a:spcBef>
        <a:buClr>
          <a:schemeClr val="tx2"/>
        </a:buClr>
        <a:buFont typeface="Arial" panose="020B0604020202020204" pitchFamily="34" charset="0"/>
        <a:buChar char="•"/>
        <a:tabLst/>
        <a:defRPr sz="1600" b="0" i="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187">
          <p15:clr>
            <a:srgbClr val="F26B43"/>
          </p15:clr>
        </p15:guide>
        <p15:guide id="5" pos="7491">
          <p15:clr>
            <a:srgbClr val="F26B43"/>
          </p15:clr>
        </p15:guide>
        <p15:guide id="6" pos="4021">
          <p15:clr>
            <a:srgbClr val="F26B43"/>
          </p15:clr>
        </p15:guide>
        <p15:guide id="7" orient="horz" pos="3838">
          <p15:clr>
            <a:srgbClr val="F26B43"/>
          </p15:clr>
        </p15:guide>
        <p15:guide id="8" orient="horz" pos="2176">
          <p15:clr>
            <a:srgbClr val="F26B43"/>
          </p15:clr>
        </p15:guide>
        <p15:guide id="9" orient="horz" pos="845">
          <p15:clr>
            <a:srgbClr val="F26B43"/>
          </p15:clr>
        </p15:guide>
        <p15:guide id="10" orient="horz" pos="4156">
          <p15:clr>
            <a:srgbClr val="F26B43"/>
          </p15:clr>
        </p15:guide>
        <p15:guide id="11" orient="horz" pos="391">
          <p15:clr>
            <a:srgbClr val="F26B43"/>
          </p15:clr>
        </p15:guide>
        <p15:guide id="12" orient="horz" pos="1412">
          <p15:clr>
            <a:srgbClr val="F26B43"/>
          </p15:clr>
        </p15:guide>
        <p15:guide id="13" pos="449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9.jpeg"/><Relationship Id="rId4" Type="http://schemas.openxmlformats.org/officeDocument/2006/relationships/image" Target="../media/image5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microsoft.com/office/2007/relationships/media" Target="../media/media2.mp4"/><Relationship Id="rId7" Type="http://schemas.openxmlformats.org/officeDocument/2006/relationships/image" Target="../media/image6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3.xml"/><Relationship Id="rId4" Type="http://schemas.openxmlformats.org/officeDocument/2006/relationships/video" Target="../media/media2.mp4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">
            <a:extLst>
              <a:ext uri="{FF2B5EF4-FFF2-40B4-BE49-F238E27FC236}">
                <a16:creationId xmlns:a16="http://schemas.microsoft.com/office/drawing/2014/main" id="{91C7F939-38AC-46DC-97D6-173FDD3AD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rgbClr val="FF0000"/>
                </a:solidFill>
                <a:latin typeface="Toyota Type" panose="020B0602020202020204"/>
              </a:rPr>
              <a:t>Autonomous E-car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8901B63E-5FC4-4E5A-81D1-820BEAFC4B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315" y="1402278"/>
            <a:ext cx="5772685" cy="569742"/>
          </a:xfrm>
        </p:spPr>
        <p:txBody>
          <a:bodyPr/>
          <a:lstStyle/>
          <a:p>
            <a:r>
              <a:rPr lang="en-AU" sz="2800" b="1" dirty="0">
                <a:solidFill>
                  <a:srgbClr val="FF0000"/>
                </a:solidFill>
                <a:latin typeface="Toyota Type" panose="020B0602020202020204"/>
              </a:rPr>
              <a:t>Development Progress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8CCDF2B0-FD9F-4CE2-BAA7-C1D7E1ED13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4962" y="3875302"/>
            <a:ext cx="3091283" cy="2725524"/>
          </a:xfrm>
        </p:spPr>
        <p:txBody>
          <a:bodyPr/>
          <a:lstStyle/>
          <a:p>
            <a:endParaRPr lang="en-AU" dirty="0">
              <a:solidFill>
                <a:srgbClr val="FF0000"/>
              </a:solidFill>
              <a:latin typeface="Toyota Type" panose="020B0602020202020204"/>
            </a:endParaRPr>
          </a:p>
          <a:p>
            <a:endParaRPr lang="en-AU" dirty="0">
              <a:solidFill>
                <a:srgbClr val="FF0000"/>
              </a:solidFill>
              <a:latin typeface="Toyota Type" panose="020B0602020202020204"/>
            </a:endParaRPr>
          </a:p>
          <a:p>
            <a:r>
              <a:rPr lang="en-AU" dirty="0">
                <a:solidFill>
                  <a:srgbClr val="FF0000"/>
                </a:solidFill>
                <a:latin typeface="Toyota Type" panose="020B0602020202020204"/>
              </a:rPr>
              <a:t>New Business Planning Dept.</a:t>
            </a:r>
            <a:br>
              <a:rPr lang="en-AU" dirty="0">
                <a:solidFill>
                  <a:srgbClr val="FF0000"/>
                </a:solidFill>
                <a:latin typeface="Toyota Type" panose="020B0602020202020204"/>
              </a:rPr>
            </a:br>
            <a:r>
              <a:rPr lang="en-AU" dirty="0">
                <a:solidFill>
                  <a:srgbClr val="FF0000"/>
                </a:solidFill>
                <a:latin typeface="Toyota Type" panose="020B0602020202020204"/>
              </a:rPr>
              <a:t>Smart Factory Planning</a:t>
            </a:r>
          </a:p>
          <a:p>
            <a:r>
              <a:rPr lang="en-AU" dirty="0">
                <a:solidFill>
                  <a:srgbClr val="FF0000"/>
                </a:solidFill>
                <a:latin typeface="Toyota Type" panose="020B0602020202020204"/>
              </a:rPr>
              <a:t>Toyota Motor Asia (Thailand) </a:t>
            </a:r>
          </a:p>
          <a:p>
            <a:endParaRPr lang="en-AU" dirty="0">
              <a:solidFill>
                <a:srgbClr val="FF0000"/>
              </a:solidFill>
              <a:latin typeface="Toyota Type" panose="020B0602020202020204"/>
            </a:endParaRPr>
          </a:p>
          <a:p>
            <a:r>
              <a:rPr lang="en-AU" dirty="0">
                <a:solidFill>
                  <a:srgbClr val="FF0000"/>
                </a:solidFill>
                <a:latin typeface="Toyota Type" panose="020B0602020202020204"/>
              </a:rPr>
              <a:t>16 Sep 2026</a:t>
            </a:r>
          </a:p>
          <a:p>
            <a:endParaRPr lang="en-AU" dirty="0">
              <a:solidFill>
                <a:srgbClr val="FF0000"/>
              </a:solidFill>
              <a:latin typeface="Toyota Type" panose="020B0602020202020204"/>
            </a:endParaRPr>
          </a:p>
          <a:p>
            <a:r>
              <a:rPr lang="en-AU" b="1" u="sng" dirty="0">
                <a:solidFill>
                  <a:srgbClr val="FF0000"/>
                </a:solidFill>
                <a:latin typeface="Toyota Type" panose="020B0602020202020204"/>
                <a:cs typeface="Toyota Type" panose="020B0602020202020204" pitchFamily="34" charset="0"/>
              </a:rPr>
              <a:t>CONFIDENTIAL</a:t>
            </a:r>
            <a:endParaRPr lang="en-AU" dirty="0">
              <a:solidFill>
                <a:srgbClr val="FF0000"/>
              </a:solidFill>
              <a:latin typeface="Toyota Type" panose="020B0602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86690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D1D1F-1F0F-77A5-BDE1-52D091F4B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3FE6-3A74-0ACF-A8F9-5873184B7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oyota Type" panose="020B0602020202020204"/>
              </a:rPr>
              <a:t>Display Position Adjustment</a:t>
            </a:r>
            <a:endParaRPr lang="en-US" sz="3200" b="0" dirty="0">
              <a:latin typeface="Toyota Type" panose="020B060202020202020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AE7245-1AA6-2A0A-7FA6-1C3258175E08}"/>
              </a:ext>
            </a:extLst>
          </p:cNvPr>
          <p:cNvSpPr txBox="1"/>
          <p:nvPr/>
        </p:nvSpPr>
        <p:spPr>
          <a:xfrm>
            <a:off x="437141" y="983327"/>
            <a:ext cx="5783098" cy="31817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 b="1" dirty="0">
                <a:latin typeface="Toyota Type" panose="020B0602020202020204"/>
              </a:rPr>
              <a:t>Conclusion : </a:t>
            </a:r>
            <a:r>
              <a:rPr lang="en-US" sz="2000" dirty="0">
                <a:latin typeface="Toyota Type" panose="020B0602020202020204"/>
              </a:rPr>
              <a:t>Display repositioned farther from the STOP line</a:t>
            </a:r>
            <a:endParaRPr lang="en-US" sz="2000" dirty="0">
              <a:solidFill>
                <a:srgbClr val="FF0000"/>
              </a:solidFill>
              <a:latin typeface="Toyota Type" panose="020B0602020202020204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256058A-8B46-C08F-36E3-3CA7CFB2685F}"/>
              </a:ext>
            </a:extLst>
          </p:cNvPr>
          <p:cNvSpPr txBox="1">
            <a:spLocks/>
          </p:cNvSpPr>
          <p:nvPr/>
        </p:nvSpPr>
        <p:spPr>
          <a:xfrm>
            <a:off x="10802375" y="176906"/>
            <a:ext cx="11402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57049DE-9AF0-EC4D-AF73-5260E660A3CE}" type="slidenum">
              <a:rPr lang="en-US" b="1" smtClean="0">
                <a:solidFill>
                  <a:srgbClr val="EB0A1E"/>
                </a:solidFill>
                <a:latin typeface="Toyota Type" panose="020B0602020202020204" pitchFamily="34" charset="0"/>
                <a:cs typeface="Toyota Type" panose="020B0602020202020204" pitchFamily="34" charset="0"/>
              </a:rPr>
              <a:pPr>
                <a:defRPr/>
              </a:pPr>
              <a:t>2</a:t>
            </a:fld>
            <a:endParaRPr lang="en-US" b="1" dirty="0">
              <a:solidFill>
                <a:srgbClr val="EB0A1E"/>
              </a:solidFill>
              <a:latin typeface="Toyota Type" panose="020B0602020202020204" pitchFamily="34" charset="0"/>
              <a:cs typeface="Toyota Type" panose="020B06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62E4E0-39FE-B4AD-5445-6950CEFC7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95" y="1902092"/>
            <a:ext cx="3370688" cy="44942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D792E1-8E80-EB5A-AC84-1E4DC1729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094" y="1902092"/>
            <a:ext cx="3370688" cy="44942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7CCC52-D88A-D40F-1686-F765DD9FC5E3}"/>
              </a:ext>
            </a:extLst>
          </p:cNvPr>
          <p:cNvSpPr txBox="1"/>
          <p:nvPr/>
        </p:nvSpPr>
        <p:spPr>
          <a:xfrm>
            <a:off x="714295" y="1549888"/>
            <a:ext cx="3895031" cy="27268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600" b="1" dirty="0">
                <a:latin typeface="Toyota Type" panose="020B0602020202020204"/>
              </a:rPr>
              <a:t>Display 1 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AAE45D-5614-80DA-6E41-B4584A38216C}"/>
              </a:ext>
            </a:extLst>
          </p:cNvPr>
          <p:cNvSpPr txBox="1"/>
          <p:nvPr/>
        </p:nvSpPr>
        <p:spPr>
          <a:xfrm>
            <a:off x="7803874" y="1549888"/>
            <a:ext cx="3895031" cy="27268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600" b="1" dirty="0">
                <a:latin typeface="Toyota Type" panose="020B0602020202020204"/>
              </a:rPr>
              <a:t>Display 3 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E51A3B-020C-BECA-5D2E-38B8C45146DB}"/>
              </a:ext>
            </a:extLst>
          </p:cNvPr>
          <p:cNvSpPr txBox="1"/>
          <p:nvPr/>
        </p:nvSpPr>
        <p:spPr>
          <a:xfrm>
            <a:off x="4609326" y="1549887"/>
            <a:ext cx="3895031" cy="27268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600" b="1" dirty="0">
                <a:latin typeface="Toyota Type" panose="020B0602020202020204"/>
              </a:rPr>
              <a:t>Display 2 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D287236-28E6-B026-9598-9C8A3A537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9208" y="1902092"/>
            <a:ext cx="3370688" cy="4494251"/>
          </a:xfrm>
          <a:prstGeom prst="rect">
            <a:avLst/>
          </a:prstGeom>
        </p:spPr>
      </p:pic>
      <p:sp>
        <p:nvSpPr>
          <p:cNvPr id="28" name="Arrow: Left 27">
            <a:extLst>
              <a:ext uri="{FF2B5EF4-FFF2-40B4-BE49-F238E27FC236}">
                <a16:creationId xmlns:a16="http://schemas.microsoft.com/office/drawing/2014/main" id="{8D347C84-6596-6776-46FC-57EEFE249D5A}"/>
              </a:ext>
            </a:extLst>
          </p:cNvPr>
          <p:cNvSpPr/>
          <p:nvPr/>
        </p:nvSpPr>
        <p:spPr>
          <a:xfrm>
            <a:off x="1988236" y="2395329"/>
            <a:ext cx="1026333" cy="49695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85FBF5-1E3E-5D6A-7F1F-0B315434C347}"/>
              </a:ext>
            </a:extLst>
          </p:cNvPr>
          <p:cNvSpPr/>
          <p:nvPr/>
        </p:nvSpPr>
        <p:spPr>
          <a:xfrm>
            <a:off x="3093658" y="2420178"/>
            <a:ext cx="168965" cy="447261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EEB43A0D-2509-FDF7-BF18-9716112BA5DC}"/>
              </a:ext>
            </a:extLst>
          </p:cNvPr>
          <p:cNvSpPr/>
          <p:nvPr/>
        </p:nvSpPr>
        <p:spPr>
          <a:xfrm rot="10800000">
            <a:off x="9482438" y="2507973"/>
            <a:ext cx="399798" cy="447261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2F0F4F-ED3D-5A77-7A7F-7D4D84CFBD66}"/>
              </a:ext>
            </a:extLst>
          </p:cNvPr>
          <p:cNvSpPr/>
          <p:nvPr/>
        </p:nvSpPr>
        <p:spPr>
          <a:xfrm>
            <a:off x="9234384" y="2507974"/>
            <a:ext cx="168965" cy="447261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03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C7E1-2316-6449-37D1-88344726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oyota Type" panose="020B0602020202020204"/>
              </a:rPr>
              <a:t>RED Visibility Enhancement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8AA9A-73A3-0961-6946-C2F48BD8E74B}"/>
              </a:ext>
            </a:extLst>
          </p:cNvPr>
          <p:cNvSpPr txBox="1">
            <a:spLocks/>
          </p:cNvSpPr>
          <p:nvPr/>
        </p:nvSpPr>
        <p:spPr>
          <a:xfrm>
            <a:off x="10802375" y="176906"/>
            <a:ext cx="11402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57049DE-9AF0-EC4D-AF73-5260E660A3CE}" type="slidenum">
              <a:rPr lang="en-US" b="1" smtClean="0">
                <a:solidFill>
                  <a:srgbClr val="EB0A1E"/>
                </a:solidFill>
                <a:latin typeface="Toyota Type" panose="020B0602020202020204" pitchFamily="34" charset="0"/>
                <a:cs typeface="Toyota Type" panose="020B0602020202020204" pitchFamily="34" charset="0"/>
              </a:rPr>
              <a:pPr>
                <a:defRPr/>
              </a:pPr>
              <a:t>3</a:t>
            </a:fld>
            <a:endParaRPr lang="en-US" b="1" dirty="0">
              <a:solidFill>
                <a:srgbClr val="EB0A1E"/>
              </a:solidFill>
              <a:latin typeface="Toyota Type" panose="020B0602020202020204" pitchFamily="34" charset="0"/>
              <a:cs typeface="Toyota Type" panose="020B06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F7A1AD-2FB0-9D6B-2ED6-B0378A528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30" y="1868556"/>
            <a:ext cx="3304139" cy="44055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FEE7B9-0616-B432-7507-0C32ADC97B1E}"/>
              </a:ext>
            </a:extLst>
          </p:cNvPr>
          <p:cNvSpPr txBox="1"/>
          <p:nvPr/>
        </p:nvSpPr>
        <p:spPr>
          <a:xfrm>
            <a:off x="437141" y="983327"/>
            <a:ext cx="10292150" cy="31817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 b="1" dirty="0">
                <a:latin typeface="Toyota Type" panose="020B0602020202020204"/>
              </a:rPr>
              <a:t>Conclusion :</a:t>
            </a:r>
            <a:r>
              <a:rPr lang="th-TH" sz="2000" b="1" dirty="0">
                <a:latin typeface="Toyota Type" panose="020B0602020202020204"/>
              </a:rPr>
              <a:t> </a:t>
            </a:r>
            <a:r>
              <a:rPr lang="en-US" sz="2000" dirty="0">
                <a:latin typeface="Toyota Type" panose="020B0602020202020204"/>
              </a:rPr>
              <a:t>RED X enlarged for improved visibility.</a:t>
            </a:r>
            <a:endParaRPr lang="en-US" sz="2000" dirty="0">
              <a:solidFill>
                <a:srgbClr val="FF0000"/>
              </a:solidFill>
              <a:latin typeface="Toyota Type" panose="020B0602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32002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41545-7DC0-FB2F-CF55-ECB6181E9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F0916-1EAF-EAB7-E037-12C4C2524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oyota Type" panose="020B0602020202020204"/>
              </a:rPr>
              <a:t>Traffic State Adjustment</a:t>
            </a:r>
            <a:endParaRPr lang="en-US" sz="3200" b="0" dirty="0">
              <a:latin typeface="Toyota Type" panose="020B060202020202020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5E18F9-0780-79F2-AF5F-C9C20D0A8348}"/>
              </a:ext>
            </a:extLst>
          </p:cNvPr>
          <p:cNvSpPr txBox="1"/>
          <p:nvPr/>
        </p:nvSpPr>
        <p:spPr>
          <a:xfrm>
            <a:off x="437141" y="983327"/>
            <a:ext cx="10292150" cy="31817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 b="1" dirty="0">
                <a:latin typeface="Toyota Type" panose="020B0602020202020204"/>
              </a:rPr>
              <a:t>Conclusion : </a:t>
            </a:r>
            <a:r>
              <a:rPr lang="en-US" sz="2000" dirty="0">
                <a:latin typeface="Toyota Type" panose="020B0602020202020204"/>
              </a:rPr>
              <a:t>RED activation from the first sensors and transition from RED to GREEN without YELLOW.</a:t>
            </a:r>
            <a:endParaRPr lang="en-US" sz="2000" dirty="0">
              <a:solidFill>
                <a:srgbClr val="FF0000"/>
              </a:solidFill>
              <a:latin typeface="Toyota Type" panose="020B0602020202020204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E7C9398-CFF3-71B9-01DE-5B3F5E762E4B}"/>
              </a:ext>
            </a:extLst>
          </p:cNvPr>
          <p:cNvSpPr txBox="1">
            <a:spLocks/>
          </p:cNvSpPr>
          <p:nvPr/>
        </p:nvSpPr>
        <p:spPr>
          <a:xfrm>
            <a:off x="10802375" y="176906"/>
            <a:ext cx="11402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57049DE-9AF0-EC4D-AF73-5260E660A3CE}" type="slidenum">
              <a:rPr lang="en-US" b="1" smtClean="0">
                <a:solidFill>
                  <a:srgbClr val="EB0A1E"/>
                </a:solidFill>
                <a:latin typeface="Toyota Type" panose="020B0602020202020204" pitchFamily="34" charset="0"/>
                <a:cs typeface="Toyota Type" panose="020B0602020202020204" pitchFamily="34" charset="0"/>
              </a:rPr>
              <a:pPr>
                <a:defRPr/>
              </a:pPr>
              <a:t>4</a:t>
            </a:fld>
            <a:endParaRPr lang="en-US" b="1" dirty="0">
              <a:solidFill>
                <a:srgbClr val="EB0A1E"/>
              </a:solidFill>
              <a:latin typeface="Toyota Type" panose="020B0602020202020204" pitchFamily="34" charset="0"/>
              <a:cs typeface="Toyota Type" panose="020B0602020202020204" pitchFamily="34" charset="0"/>
            </a:endParaRPr>
          </a:p>
        </p:txBody>
      </p:sp>
      <p:pic>
        <p:nvPicPr>
          <p:cNvPr id="4" name="MicrosoftTeams-video (8)">
            <a:hlinkClick r:id="" action="ppaction://media"/>
            <a:extLst>
              <a:ext uri="{FF2B5EF4-FFF2-40B4-BE49-F238E27FC236}">
                <a16:creationId xmlns:a16="http://schemas.microsoft.com/office/drawing/2014/main" id="{18606C5D-ABC5-37C0-7542-8FA1423BB86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816582" y="3949206"/>
            <a:ext cx="4720475" cy="2655207"/>
          </a:xfrm>
          <a:prstGeom prst="rect">
            <a:avLst/>
          </a:prstGeom>
        </p:spPr>
      </p:pic>
      <p:pic>
        <p:nvPicPr>
          <p:cNvPr id="5" name="MicrosoftTeams-video (9)">
            <a:hlinkClick r:id="" action="ppaction://media"/>
            <a:extLst>
              <a:ext uri="{FF2B5EF4-FFF2-40B4-BE49-F238E27FC236}">
                <a16:creationId xmlns:a16="http://schemas.microsoft.com/office/drawing/2014/main" id="{1D9359EC-981C-C2DD-7B84-B09946D3A40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161801" y="3929974"/>
            <a:ext cx="4720368" cy="26552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CCE06B-0C41-01A9-035E-6C3F3A7BEBB7}"/>
              </a:ext>
            </a:extLst>
          </p:cNvPr>
          <p:cNvSpPr txBox="1"/>
          <p:nvPr/>
        </p:nvSpPr>
        <p:spPr>
          <a:xfrm>
            <a:off x="1909576" y="3459002"/>
            <a:ext cx="3789096" cy="27268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600" b="1" dirty="0">
                <a:latin typeface="Toyota Type" panose="020B0602020202020204"/>
              </a:rPr>
              <a:t>Before : </a:t>
            </a:r>
            <a:r>
              <a:rPr lang="en-US" sz="1600" dirty="0">
                <a:solidFill>
                  <a:srgbClr val="FF0000"/>
                </a:solidFill>
                <a:latin typeface="Toyota Type" panose="020B0602020202020204"/>
              </a:rPr>
              <a:t>RED</a:t>
            </a:r>
            <a:r>
              <a:rPr lang="en-US" sz="1600" dirty="0">
                <a:latin typeface="Toyota Type" panose="020B0602020202020204"/>
              </a:rPr>
              <a:t> (1 s) → </a:t>
            </a:r>
            <a:r>
              <a:rPr lang="en-US" sz="1600" dirty="0">
                <a:solidFill>
                  <a:srgbClr val="FFC000"/>
                </a:solidFill>
                <a:latin typeface="Toyota Type" panose="020B0602020202020204"/>
              </a:rPr>
              <a:t>YELLOW</a:t>
            </a:r>
            <a:r>
              <a:rPr lang="en-US" sz="1600" dirty="0">
                <a:latin typeface="Toyota Type" panose="020B0602020202020204"/>
              </a:rPr>
              <a:t> (5 s) → </a:t>
            </a:r>
            <a:r>
              <a:rPr lang="en-US" sz="1600" dirty="0">
                <a:solidFill>
                  <a:srgbClr val="00B050"/>
                </a:solidFill>
                <a:latin typeface="Toyota Type" panose="020B0602020202020204"/>
              </a:rPr>
              <a:t>GREEN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FB0059-C621-9DC5-036C-31105D57A88B}"/>
              </a:ext>
            </a:extLst>
          </p:cNvPr>
          <p:cNvSpPr txBox="1"/>
          <p:nvPr/>
        </p:nvSpPr>
        <p:spPr>
          <a:xfrm>
            <a:off x="7161801" y="3439836"/>
            <a:ext cx="3895031" cy="27268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600" b="1" dirty="0">
                <a:latin typeface="Toyota Type" panose="020B0602020202020204"/>
              </a:rPr>
              <a:t>After : </a:t>
            </a:r>
            <a:r>
              <a:rPr lang="en-US" sz="1600" dirty="0">
                <a:solidFill>
                  <a:srgbClr val="FF0000"/>
                </a:solidFill>
                <a:latin typeface="Toyota Type" panose="020B0602020202020204"/>
              </a:rPr>
              <a:t>RED</a:t>
            </a:r>
            <a:r>
              <a:rPr lang="en-US" sz="1600" dirty="0">
                <a:latin typeface="Toyota Type" panose="020B0602020202020204"/>
              </a:rPr>
              <a:t> (1 s) → </a:t>
            </a:r>
            <a:r>
              <a:rPr lang="en-US" sz="1600" dirty="0">
                <a:solidFill>
                  <a:srgbClr val="00B050"/>
                </a:solidFill>
                <a:latin typeface="Toyota Type" panose="020B0602020202020204"/>
              </a:rPr>
              <a:t>GREEN</a:t>
            </a:r>
            <a:r>
              <a:rPr lang="en-US" sz="1600" dirty="0">
                <a:latin typeface="Toyota Type" panose="020B0602020202020204"/>
              </a:rPr>
              <a:t> </a:t>
            </a:r>
            <a:r>
              <a:rPr lang="en-US" sz="1600" i="1" dirty="0">
                <a:solidFill>
                  <a:srgbClr val="FFC000"/>
                </a:solidFill>
                <a:latin typeface="Toyota Type" panose="020B0602020202020204"/>
              </a:rPr>
              <a:t>(YELLOW skipped)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CD9D0-E9B2-BD1D-0C60-1E2C1061D29C}"/>
              </a:ext>
            </a:extLst>
          </p:cNvPr>
          <p:cNvSpPr txBox="1"/>
          <p:nvPr/>
        </p:nvSpPr>
        <p:spPr>
          <a:xfrm>
            <a:off x="1909576" y="1860597"/>
            <a:ext cx="3037982" cy="27268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600" b="1" dirty="0">
                <a:latin typeface="Toyota Type" panose="020B0602020202020204"/>
              </a:rPr>
              <a:t>Before : </a:t>
            </a:r>
            <a:r>
              <a:rPr lang="en-US" sz="1600" dirty="0">
                <a:solidFill>
                  <a:srgbClr val="00B050"/>
                </a:solidFill>
                <a:latin typeface="Toyota Type" panose="020B0602020202020204"/>
              </a:rPr>
              <a:t>GREEN </a:t>
            </a:r>
            <a:r>
              <a:rPr lang="en-US" sz="1600" dirty="0">
                <a:latin typeface="Toyota Type" panose="020B0602020202020204"/>
              </a:rPr>
              <a:t>→ </a:t>
            </a:r>
            <a:r>
              <a:rPr lang="en-US" sz="1600" dirty="0">
                <a:solidFill>
                  <a:srgbClr val="FFC000"/>
                </a:solidFill>
                <a:latin typeface="Toyota Type" panose="020B0602020202020204"/>
              </a:rPr>
              <a:t>YELLOW </a:t>
            </a:r>
            <a:r>
              <a:rPr lang="en-US" sz="1600" dirty="0">
                <a:latin typeface="Toyota Type" panose="020B0602020202020204"/>
              </a:rPr>
              <a:t>→ </a:t>
            </a:r>
            <a:r>
              <a:rPr lang="en-US" sz="1600" dirty="0">
                <a:solidFill>
                  <a:srgbClr val="FF0000"/>
                </a:solidFill>
                <a:latin typeface="Toyota Type" panose="020B0602020202020204"/>
              </a:rPr>
              <a:t>RED</a:t>
            </a:r>
            <a:endParaRPr lang="en-US" sz="1600" dirty="0">
              <a:solidFill>
                <a:srgbClr val="00B050"/>
              </a:solidFill>
              <a:latin typeface="Toyota Type" panose="020B060202020202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DF98ED-5C19-7761-38CE-8D6006B238F0}"/>
              </a:ext>
            </a:extLst>
          </p:cNvPr>
          <p:cNvSpPr txBox="1"/>
          <p:nvPr/>
        </p:nvSpPr>
        <p:spPr>
          <a:xfrm>
            <a:off x="7161802" y="1841431"/>
            <a:ext cx="610598" cy="27268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600" b="1" dirty="0">
                <a:latin typeface="Toyota Type" panose="020B0602020202020204"/>
              </a:rPr>
              <a:t>After : </a:t>
            </a:r>
            <a:r>
              <a:rPr lang="en-US" sz="1600" dirty="0">
                <a:solidFill>
                  <a:srgbClr val="00B050"/>
                </a:solidFill>
                <a:latin typeface="Toyota Type" panose="020B0602020202020204"/>
              </a:rPr>
              <a:t>GREEN </a:t>
            </a:r>
            <a:r>
              <a:rPr lang="en-US" sz="1600" dirty="0">
                <a:latin typeface="Toyota Type" panose="020B0602020202020204"/>
              </a:rPr>
              <a:t>→ </a:t>
            </a:r>
            <a:r>
              <a:rPr lang="en-US" sz="1600" dirty="0">
                <a:solidFill>
                  <a:srgbClr val="FF0000"/>
                </a:solidFill>
                <a:latin typeface="Toyota Type" panose="020B0602020202020204"/>
              </a:rPr>
              <a:t>RED</a:t>
            </a:r>
            <a:endParaRPr lang="en-US" sz="1600" dirty="0">
              <a:solidFill>
                <a:srgbClr val="00B050"/>
              </a:solidFill>
              <a:latin typeface="Toyota Type" panose="020B06020202020202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A51CAF-E685-508E-28C0-3650E24ACB36}"/>
              </a:ext>
            </a:extLst>
          </p:cNvPr>
          <p:cNvSpPr txBox="1"/>
          <p:nvPr/>
        </p:nvSpPr>
        <p:spPr>
          <a:xfrm>
            <a:off x="437141" y="1818151"/>
            <a:ext cx="803830" cy="31817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 b="1" u="sng" dirty="0">
                <a:latin typeface="Toyota Type" panose="020B0602020202020204"/>
              </a:rPr>
              <a:t>ENTER</a:t>
            </a:r>
            <a:endParaRPr lang="en-US" sz="2000" u="sng" dirty="0">
              <a:latin typeface="Toyota Type" panose="020B060202020202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DB8C73-48D9-7AB0-80BF-963A2F809946}"/>
              </a:ext>
            </a:extLst>
          </p:cNvPr>
          <p:cNvSpPr txBox="1"/>
          <p:nvPr/>
        </p:nvSpPr>
        <p:spPr>
          <a:xfrm>
            <a:off x="437140" y="3413520"/>
            <a:ext cx="1016103" cy="31817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2000" b="1" u="sng" dirty="0">
                <a:latin typeface="Toyota Type" panose="020B0602020202020204"/>
              </a:rPr>
              <a:t>LEAVING</a:t>
            </a:r>
            <a:endParaRPr lang="en-US" sz="2000" u="sng" dirty="0">
              <a:latin typeface="Toyota Type" panose="020B0602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0890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32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45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0" mute="1">
                <p:cTn id="2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0">
                <p:cTn id="2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F35D2-E6D4-8D32-83AC-A5EBBEE06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264" y="3010635"/>
            <a:ext cx="9597471" cy="1048507"/>
          </a:xfrm>
        </p:spPr>
        <p:txBody>
          <a:bodyPr anchor="ctr"/>
          <a:lstStyle/>
          <a:p>
            <a:pPr algn="ctr"/>
            <a:r>
              <a:rPr lang="en-US" sz="4800"/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FF6C0-03EF-2B95-9F50-D2A3BF857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6044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Toyota Asia Pacific">
      <a:dk1>
        <a:srgbClr val="101010"/>
      </a:dk1>
      <a:lt1>
        <a:srgbClr val="FFFFFF"/>
      </a:lt1>
      <a:dk2>
        <a:srgbClr val="A7A7A7"/>
      </a:dk2>
      <a:lt2>
        <a:srgbClr val="535353"/>
      </a:lt2>
      <a:accent1>
        <a:srgbClr val="EB0A1E"/>
      </a:accent1>
      <a:accent2>
        <a:srgbClr val="101010"/>
      </a:accent2>
      <a:accent3>
        <a:srgbClr val="3A3A3A"/>
      </a:accent3>
      <a:accent4>
        <a:srgbClr val="808080"/>
      </a:accent4>
      <a:accent5>
        <a:srgbClr val="CCCCCC"/>
      </a:accent5>
      <a:accent6>
        <a:srgbClr val="484848"/>
      </a:accent6>
      <a:hlink>
        <a:srgbClr val="0000FF"/>
      </a:hlink>
      <a:folHlink>
        <a:srgbClr val="FF00FF"/>
      </a:folHlink>
    </a:clrScheme>
    <a:fontScheme name="Toyota Asia Pacific">
      <a:majorFont>
        <a:latin typeface="Toyota Type"/>
        <a:ea typeface=""/>
        <a:cs typeface=""/>
      </a:majorFont>
      <a:minorFont>
        <a:latin typeface="Toyota Ty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le Slides">
  <a:themeElements>
    <a:clrScheme name="TMAP 2021">
      <a:dk1>
        <a:srgbClr val="101010"/>
      </a:dk1>
      <a:lt1>
        <a:srgbClr val="FFFFFF"/>
      </a:lt1>
      <a:dk2>
        <a:srgbClr val="EB0A1E"/>
      </a:dk2>
      <a:lt2>
        <a:srgbClr val="EEEEEE"/>
      </a:lt2>
      <a:accent1>
        <a:srgbClr val="EB0A1E"/>
      </a:accent1>
      <a:accent2>
        <a:srgbClr val="101010"/>
      </a:accent2>
      <a:accent3>
        <a:srgbClr val="3A3A3A"/>
      </a:accent3>
      <a:accent4>
        <a:srgbClr val="808080"/>
      </a:accent4>
      <a:accent5>
        <a:srgbClr val="CCCCCC"/>
      </a:accent5>
      <a:accent6>
        <a:srgbClr val="808080"/>
      </a:accent6>
      <a:hlink>
        <a:srgbClr val="EEEEEE"/>
      </a:hlink>
      <a:folHlink>
        <a:srgbClr val="EB0A1E"/>
      </a:folHlink>
    </a:clrScheme>
    <a:fontScheme name="Toyota 2020">
      <a:majorFont>
        <a:latin typeface="Toyota Type"/>
        <a:ea typeface=""/>
        <a:cs typeface=""/>
      </a:majorFont>
      <a:minorFont>
        <a:latin typeface="Toyota Ty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oyota_PowerPoint_Template_16x9_Corporate Logo.pptx" id="{226AB238-1AFE-46B1-A9B2-64C668256238}" vid="{0205EAC2-12FD-4342-8881-0DA6087B4C6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1F327D-BAB9-442A-AABB-7CD536BD4485}">
  <we:reference id="WA200010215" version="2.0.0.0" store="Omex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a280e33f-51f9-4eb7-bf6f-a0cb413b4c8b}" enabled="1" method="Standard" siteId="{d9cd485e-39bd-4cc9-9539-8c97631fbb71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135</Words>
  <Application>Microsoft Office PowerPoint</Application>
  <PresentationFormat>Widescreen</PresentationFormat>
  <Paragraphs>37</Paragraphs>
  <Slides>5</Slides>
  <Notes>5</Notes>
  <HiddenSlides>0</HiddenSlides>
  <MMClips>2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9" baseType="lpstr">
      <vt:lpstr>.Hiragino Kaku Gothic Interface W3</vt:lpstr>
      <vt:lpstr>Toyota Script 2</vt:lpstr>
      <vt:lpstr>Toyota Type</vt:lpstr>
      <vt:lpstr>Toyota Type Black</vt:lpstr>
      <vt:lpstr>Toyota Type Book</vt:lpstr>
      <vt:lpstr>Toyota Type Semibold</vt:lpstr>
      <vt:lpstr>ToyotaScript_V1</vt:lpstr>
      <vt:lpstr>Aptos</vt:lpstr>
      <vt:lpstr>Aptos Display</vt:lpstr>
      <vt:lpstr>Arial</vt:lpstr>
      <vt:lpstr>Calibri</vt:lpstr>
      <vt:lpstr>Office Theme</vt:lpstr>
      <vt:lpstr>1_Office Theme</vt:lpstr>
      <vt:lpstr>Title Slides</vt:lpstr>
      <vt:lpstr>Autonomous E-car</vt:lpstr>
      <vt:lpstr>Display Position Adjustment</vt:lpstr>
      <vt:lpstr>RED Visibility Enhancement</vt:lpstr>
      <vt:lpstr>Traffic State Adjustment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Pongsatorn Termtachatipongsa (TMA)</dc:creator>
  <cp:lastModifiedBy>Pongsatorn Termtachatipongsa (TMA)</cp:lastModifiedBy>
  <cp:revision>29</cp:revision>
  <dcterms:created xsi:type="dcterms:W3CDTF">2026-09-16T04:43:42Z</dcterms:created>
  <dcterms:modified xsi:type="dcterms:W3CDTF">2026-09-16T07:47:30Z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•• PROTECTED</vt:lpwstr>
  </property>
</Properties>
</file>